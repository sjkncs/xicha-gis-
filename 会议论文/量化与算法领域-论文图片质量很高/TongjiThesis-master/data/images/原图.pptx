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ECEDFF"/>
    <a:srgbClr val="FFEDED"/>
    <a:srgbClr val="FFF5EA"/>
    <a:srgbClr val="E9F8F5"/>
    <a:srgbClr val="DCE8FF"/>
    <a:srgbClr val="FFDECB"/>
    <a:srgbClr val="CFD7FE"/>
    <a:srgbClr val="FFF5E9"/>
    <a:srgbClr val="5C63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2" autoAdjust="0"/>
  </p:normalViewPr>
  <p:slideViewPr>
    <p:cSldViewPr snapToGrid="0">
      <p:cViewPr varScale="1">
        <p:scale>
          <a:sx n="48" d="100"/>
          <a:sy n="48" d="100"/>
        </p:scale>
        <p:origin x="53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A9A5B-C2A6-4BDB-8AAA-78BE441D4D6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3C00D-A50B-4E62-9330-F4BB9F290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3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3C00D-A50B-4E62-9330-F4BB9F290B4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73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9F65A-B478-468F-AC23-4005C6884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70DCEC-A93D-4D76-ABEB-3F64BDC4F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43F019-8A9B-4525-B9B1-025A5CDA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B29F64-68C2-4135-A1F8-7D68A2B9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5FDA3A-C8AC-486A-8396-4598329F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51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0E8C0-F64D-4DB1-86F6-FCCB95F3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B06E0-6EF8-470F-9D57-A1E4F1D56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FA1BF-E3D4-470B-8003-49481261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203AAA-5B38-47FE-B7D6-90902E55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CA8962-6B3A-4685-A75D-B93ACB275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43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CC2A0-0831-47A4-BA1D-57D29518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2921E0-1CE8-4137-B1B2-A2985E73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01B712-21A3-4E50-BA8A-9A67528C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5113C-60EE-423E-BA1B-A5779D25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3FE2F6-AC58-41FF-9842-469FABB40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82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6A89E-B1FF-4105-9A7C-5AC8AA24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49668E-08A5-41B6-84BC-B59EA7C56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4DD173-9573-4314-B61D-3657F64B2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0F1336-2DF7-402D-8534-10A38AD3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ADB01A-EA7C-41D1-AFA7-2DE56A3D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53F879-CB22-4243-953C-0588118E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9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EE6C7-B058-46A4-8AA7-867BA1E9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956237-646D-4922-B88B-BDF6EE72C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BC583B-208B-4BB7-860E-4BE519B68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6ACA74-120B-4113-BF86-06C7D51D7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F7E9A6-BC84-40D5-BE4E-6753DEC0D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210582-BE41-49D7-AFF1-71852F9D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BA62C1-5C3E-40F6-88BB-743B6564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62A750-468C-4663-ACB1-90B5071D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5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2D313-EEBA-4E80-8499-B26C6EFE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015E42-6D6B-4438-A30D-CF2EA85B6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A3CEDD-FAF0-451C-8BC2-15DD9388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BCC167-A57A-45D2-A82C-F406E149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05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724B9A-8712-460C-8B43-69D28501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75B4AC-D946-444D-B80F-E7664000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916151-DB8D-4C01-A472-F549C03D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2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72716-7DF9-4CAC-AD37-7EA9FF0A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44C0B2-D0A2-47E8-B6D7-AA6D09EE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9467B6-DFDB-431F-94A6-85D6A37C0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2DBC32-F68C-434A-BDCD-C87DD28D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F3F18-CC4E-4DE7-9878-92941E04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CB7BCE-D5CA-42A8-B415-FDAFC89B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49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C7E53-B800-4951-885C-23BBBEA0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00BFA7-D817-4CCB-A654-DEA00BB8A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30AA47-7556-48B8-832E-9BEEE153D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FE6F60-7112-4FE1-8397-0718C958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333855-3BCB-4822-9B36-333C2207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CE579-4E2B-4089-985E-FB7012FE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7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78036-6381-402D-8F1A-247D7244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F0DFF6-F721-4C26-B9DD-F2570E3D8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7AAF5-58AF-4548-A1DC-BB4175E1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A024DF-AB20-4767-835E-FAB9DFB7F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2013FD-7C2F-4917-87B3-E8A66D6F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11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A72435-87B2-4FD6-941A-49180C175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A30636-4D3A-4962-AEA6-CAB459426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053C5-9FB6-49D8-8FE8-51E92A12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E81D4-65F8-4590-890B-31407B37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FEAF20-D4FA-4EFC-B39A-B7B8D013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77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725D25-E790-428B-8A68-0673472B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8BE9F6-29D3-4258-96D4-7AF3F919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608F81-36E5-49FF-99F9-33581F191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49235-6A6F-42ED-AFE8-049642881BB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F22F26-CBAB-49C8-9DE4-715C5F309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C102CC-9985-4674-B2F0-1843A7BAD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50605-AAC2-43FB-AF4F-323D352A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83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A4863CC-1B73-41EE-8F30-51339FC3A5F3}"/>
              </a:ext>
            </a:extLst>
          </p:cNvPr>
          <p:cNvSpPr/>
          <p:nvPr/>
        </p:nvSpPr>
        <p:spPr>
          <a:xfrm>
            <a:off x="2079703" y="367578"/>
            <a:ext cx="1237488" cy="557614"/>
          </a:xfrm>
          <a:prstGeom prst="rect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菱形 6">
            <a:extLst>
              <a:ext uri="{FF2B5EF4-FFF2-40B4-BE49-F238E27FC236}">
                <a16:creationId xmlns:a16="http://schemas.microsoft.com/office/drawing/2014/main" id="{980348A8-100C-4C8A-B902-33D5211348AC}"/>
              </a:ext>
            </a:extLst>
          </p:cNvPr>
          <p:cNvSpPr/>
          <p:nvPr/>
        </p:nvSpPr>
        <p:spPr>
          <a:xfrm>
            <a:off x="2786157" y="461719"/>
            <a:ext cx="391334" cy="369332"/>
          </a:xfrm>
          <a:prstGeom prst="diamond">
            <a:avLst/>
          </a:prstGeom>
          <a:solidFill>
            <a:srgbClr val="ADCF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6DE39E-5BC5-46F2-B7DA-087A401A5CA7}"/>
              </a:ext>
            </a:extLst>
          </p:cNvPr>
          <p:cNvSpPr txBox="1"/>
          <p:nvPr/>
        </p:nvSpPr>
        <p:spPr>
          <a:xfrm>
            <a:off x="2132790" y="461719"/>
            <a:ext cx="58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63816581-7075-493D-9042-3E545051BF18}"/>
              </a:ext>
            </a:extLst>
          </p:cNvPr>
          <p:cNvSpPr/>
          <p:nvPr/>
        </p:nvSpPr>
        <p:spPr>
          <a:xfrm rot="5400000">
            <a:off x="2513781" y="908690"/>
            <a:ext cx="369332" cy="402336"/>
          </a:xfrm>
          <a:prstGeom prst="homePlate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6AA1EF-EBD3-4D2A-9F06-8CB895B38FF4}"/>
              </a:ext>
            </a:extLst>
          </p:cNvPr>
          <p:cNvSpPr txBox="1"/>
          <p:nvPr/>
        </p:nvSpPr>
        <p:spPr>
          <a:xfrm>
            <a:off x="2079703" y="1203999"/>
            <a:ext cx="123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mopud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FE65A9-B408-438D-9374-50BA3A11CAAC}"/>
              </a:ext>
            </a:extLst>
          </p:cNvPr>
          <p:cNvSpPr/>
          <p:nvPr/>
        </p:nvSpPr>
        <p:spPr>
          <a:xfrm>
            <a:off x="4548501" y="367578"/>
            <a:ext cx="2286000" cy="557614"/>
          </a:xfrm>
          <a:prstGeom prst="rect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1C9EF2-2E53-4285-8312-599DAF006F7C}"/>
              </a:ext>
            </a:extLst>
          </p:cNvPr>
          <p:cNvSpPr txBox="1"/>
          <p:nvPr/>
        </p:nvSpPr>
        <p:spPr>
          <a:xfrm>
            <a:off x="4680836" y="461719"/>
            <a:ext cx="2104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Concatenate(dim=2)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741B37A-B722-4D87-A919-93D0E5B8F84A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3317191" y="646385"/>
            <a:ext cx="1231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0F34F24-525D-4820-9177-8DE416AC3657}"/>
              </a:ext>
            </a:extLst>
          </p:cNvPr>
          <p:cNvSpPr txBox="1"/>
          <p:nvPr/>
        </p:nvSpPr>
        <p:spPr>
          <a:xfrm>
            <a:off x="4880480" y="1634291"/>
            <a:ext cx="185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2066303-A71E-49E2-B4AB-24D2E2BF962C}"/>
              </a:ext>
            </a:extLst>
          </p:cNvPr>
          <p:cNvSpPr/>
          <p:nvPr/>
        </p:nvSpPr>
        <p:spPr>
          <a:xfrm>
            <a:off x="5344029" y="1261343"/>
            <a:ext cx="701040" cy="372948"/>
          </a:xfrm>
          <a:prstGeom prst="ellipse">
            <a:avLst/>
          </a:prstGeom>
          <a:solidFill>
            <a:srgbClr val="D7D7D7"/>
          </a:solidFill>
          <a:ln>
            <a:solidFill>
              <a:srgbClr val="7376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7D9D321-1C95-4EEC-89FB-44F16340A94E}"/>
              </a:ext>
            </a:extLst>
          </p:cNvPr>
          <p:cNvSpPr/>
          <p:nvPr/>
        </p:nvSpPr>
        <p:spPr>
          <a:xfrm>
            <a:off x="5587869" y="1353384"/>
            <a:ext cx="198120" cy="198120"/>
          </a:xfrm>
          <a:prstGeom prst="ellipse">
            <a:avLst/>
          </a:prstGeom>
          <a:solidFill>
            <a:srgbClr val="AFAFAF"/>
          </a:solidFill>
          <a:ln>
            <a:solidFill>
              <a:srgbClr val="7376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3794649-32A9-4C7D-8453-343734000C62}"/>
              </a:ext>
            </a:extLst>
          </p:cNvPr>
          <p:cNvCxnSpPr>
            <a:stCxn id="18" idx="0"/>
            <a:endCxn id="11" idx="2"/>
          </p:cNvCxnSpPr>
          <p:nvPr/>
        </p:nvCxnSpPr>
        <p:spPr>
          <a:xfrm flipH="1" flipV="1">
            <a:off x="5691501" y="925192"/>
            <a:ext cx="3048" cy="33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717857BE-6046-4F96-8844-9C78134478C6}"/>
              </a:ext>
            </a:extLst>
          </p:cNvPr>
          <p:cNvSpPr/>
          <p:nvPr/>
        </p:nvSpPr>
        <p:spPr>
          <a:xfrm>
            <a:off x="7960713" y="367578"/>
            <a:ext cx="1782572" cy="557614"/>
          </a:xfrm>
          <a:prstGeom prst="rect">
            <a:avLst/>
          </a:prstGeom>
          <a:solidFill>
            <a:srgbClr val="D7D7D7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2ADA37-C1B6-471D-AE99-46B66A796FC3}"/>
              </a:ext>
            </a:extLst>
          </p:cNvPr>
          <p:cNvSpPr txBox="1"/>
          <p:nvPr/>
        </p:nvSpPr>
        <p:spPr>
          <a:xfrm>
            <a:off x="8051264" y="461719"/>
            <a:ext cx="159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59EF197-5F2A-488D-95FA-A6D878A12DAD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>
            <a:off x="6834501" y="646385"/>
            <a:ext cx="1126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D0D894C-BC39-4A52-94ED-178A580625C7}"/>
              </a:ext>
            </a:extLst>
          </p:cNvPr>
          <p:cNvSpPr txBox="1"/>
          <p:nvPr/>
        </p:nvSpPr>
        <p:spPr>
          <a:xfrm>
            <a:off x="7853525" y="1019333"/>
            <a:ext cx="21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(B,T,M,M*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A0A97A4-6572-4696-906D-0F5DAB708B6A}"/>
              </a:ext>
            </a:extLst>
          </p:cNvPr>
          <p:cNvSpPr txBox="1"/>
          <p:nvPr/>
        </p:nvSpPr>
        <p:spPr>
          <a:xfrm>
            <a:off x="4680836" y="-29016"/>
            <a:ext cx="19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F8EEE81-1D49-41EF-BC92-6A9E0A350C27}"/>
              </a:ext>
            </a:extLst>
          </p:cNvPr>
          <p:cNvCxnSpPr>
            <a:cxnSpLocks/>
          </p:cNvCxnSpPr>
          <p:nvPr/>
        </p:nvCxnSpPr>
        <p:spPr>
          <a:xfrm>
            <a:off x="856527" y="2079860"/>
            <a:ext cx="9702388" cy="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B2816F2F-FF27-4642-AB45-55BD392B74F5}"/>
              </a:ext>
            </a:extLst>
          </p:cNvPr>
          <p:cNvSpPr/>
          <p:nvPr/>
        </p:nvSpPr>
        <p:spPr>
          <a:xfrm>
            <a:off x="2090538" y="2799989"/>
            <a:ext cx="2283342" cy="557614"/>
          </a:xfrm>
          <a:prstGeom prst="rect">
            <a:avLst/>
          </a:prstGeom>
          <a:solidFill>
            <a:srgbClr val="D7D7D7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57635DD-F6FF-4068-921D-3AE9C8B1C776}"/>
              </a:ext>
            </a:extLst>
          </p:cNvPr>
          <p:cNvSpPr txBox="1"/>
          <p:nvPr/>
        </p:nvSpPr>
        <p:spPr>
          <a:xfrm>
            <a:off x="2140893" y="2894130"/>
            <a:ext cx="218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Pooling(dim=1)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0CECA3A-D5CE-4683-8D97-7A8765009D78}"/>
              </a:ext>
            </a:extLst>
          </p:cNvPr>
          <p:cNvSpPr txBox="1"/>
          <p:nvPr/>
        </p:nvSpPr>
        <p:spPr>
          <a:xfrm>
            <a:off x="1158067" y="2899248"/>
            <a:ext cx="90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B2D9EF8-2AD4-4A3D-9FE5-D794C8CFB7F3}"/>
              </a:ext>
            </a:extLst>
          </p:cNvPr>
          <p:cNvSpPr txBox="1"/>
          <p:nvPr/>
        </p:nvSpPr>
        <p:spPr>
          <a:xfrm>
            <a:off x="2453986" y="2383587"/>
            <a:ext cx="1447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Path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F37F834-3C51-4DE0-8B45-2D5EEBA46C91}"/>
              </a:ext>
            </a:extLst>
          </p:cNvPr>
          <p:cNvSpPr/>
          <p:nvPr/>
        </p:nvSpPr>
        <p:spPr>
          <a:xfrm>
            <a:off x="2661735" y="3614935"/>
            <a:ext cx="1153432" cy="462986"/>
          </a:xfrm>
          <a:prstGeom prst="roundRect">
            <a:avLst>
              <a:gd name="adj" fmla="val 50000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E429B9-26D2-4E2F-98D3-AFAE3E1FBA7C}"/>
              </a:ext>
            </a:extLst>
          </p:cNvPr>
          <p:cNvSpPr txBox="1"/>
          <p:nvPr/>
        </p:nvSpPr>
        <p:spPr>
          <a:xfrm>
            <a:off x="2737082" y="3660253"/>
            <a:ext cx="990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39F4A2-3D0D-445D-ABA6-3DA3C3925B81}"/>
              </a:ext>
            </a:extLst>
          </p:cNvPr>
          <p:cNvSpPr/>
          <p:nvPr/>
        </p:nvSpPr>
        <p:spPr>
          <a:xfrm>
            <a:off x="5057106" y="2800437"/>
            <a:ext cx="1821695" cy="557614"/>
          </a:xfrm>
          <a:prstGeom prst="rect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76078D8-47D2-455A-8621-BFE0CEE018FD}"/>
              </a:ext>
            </a:extLst>
          </p:cNvPr>
          <p:cNvSpPr txBox="1"/>
          <p:nvPr/>
        </p:nvSpPr>
        <p:spPr>
          <a:xfrm>
            <a:off x="5247562" y="2883970"/>
            <a:ext cx="1447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Sum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94E1DB4-B075-497E-928C-5845F9FE897A}"/>
              </a:ext>
            </a:extLst>
          </p:cNvPr>
          <p:cNvSpPr/>
          <p:nvPr/>
        </p:nvSpPr>
        <p:spPr>
          <a:xfrm>
            <a:off x="5334481" y="3604775"/>
            <a:ext cx="1275080" cy="462986"/>
          </a:xfrm>
          <a:prstGeom prst="roundRect">
            <a:avLst>
              <a:gd name="adj" fmla="val 50000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978C254-D895-4BFF-A69A-D55EDB925E41}"/>
              </a:ext>
            </a:extLst>
          </p:cNvPr>
          <p:cNvSpPr txBox="1"/>
          <p:nvPr/>
        </p:nvSpPr>
        <p:spPr>
          <a:xfrm>
            <a:off x="5247562" y="3651602"/>
            <a:ext cx="1447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110AC4F-3094-459E-8A3D-5A83C970348E}"/>
              </a:ext>
            </a:extLst>
          </p:cNvPr>
          <p:cNvSpPr/>
          <p:nvPr/>
        </p:nvSpPr>
        <p:spPr>
          <a:xfrm>
            <a:off x="4809934" y="2186540"/>
            <a:ext cx="2305486" cy="557614"/>
          </a:xfrm>
          <a:prstGeom prst="rect">
            <a:avLst/>
          </a:prstGeom>
          <a:solidFill>
            <a:srgbClr val="D7D7D7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6F6898E-1170-4B33-B4D3-FC2B07BFDA7B}"/>
              </a:ext>
            </a:extLst>
          </p:cNvPr>
          <p:cNvSpPr txBox="1"/>
          <p:nvPr/>
        </p:nvSpPr>
        <p:spPr>
          <a:xfrm>
            <a:off x="4809934" y="2288206"/>
            <a:ext cx="2320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Gating Network(MLP)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EDD661A-B529-4EA5-9CCF-6956B290E7B9}"/>
              </a:ext>
            </a:extLst>
          </p:cNvPr>
          <p:cNvSpPr/>
          <p:nvPr/>
        </p:nvSpPr>
        <p:spPr>
          <a:xfrm>
            <a:off x="7550007" y="2800436"/>
            <a:ext cx="1447010" cy="1220495"/>
          </a:xfrm>
          <a:prstGeom prst="rect">
            <a:avLst/>
          </a:prstGeom>
          <a:solidFill>
            <a:srgbClr val="FFFF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6CACB843-0E01-47DD-A02D-6895471319A6}"/>
              </a:ext>
            </a:extLst>
          </p:cNvPr>
          <p:cNvSpPr/>
          <p:nvPr/>
        </p:nvSpPr>
        <p:spPr>
          <a:xfrm>
            <a:off x="7775735" y="2883970"/>
            <a:ext cx="457708" cy="241107"/>
          </a:xfrm>
          <a:prstGeom prst="ellipse">
            <a:avLst/>
          </a:prstGeom>
          <a:solidFill>
            <a:srgbClr val="FFFFFF"/>
          </a:solidFill>
          <a:ln>
            <a:solidFill>
              <a:srgbClr val="7376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9AA3E017-7F3D-4E43-94BA-F9009C220C62}"/>
              </a:ext>
            </a:extLst>
          </p:cNvPr>
          <p:cNvSpPr/>
          <p:nvPr/>
        </p:nvSpPr>
        <p:spPr>
          <a:xfrm>
            <a:off x="7838063" y="3607199"/>
            <a:ext cx="1008343" cy="321681"/>
          </a:xfrm>
          <a:prstGeom prst="ellipse">
            <a:avLst/>
          </a:prstGeom>
          <a:solidFill>
            <a:srgbClr val="FFFFFF"/>
          </a:solidFill>
          <a:ln>
            <a:solidFill>
              <a:srgbClr val="7376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6734787E-F6B8-47B1-A241-DE7FFEBDB2F4}"/>
              </a:ext>
            </a:extLst>
          </p:cNvPr>
          <p:cNvSpPr/>
          <p:nvPr/>
        </p:nvSpPr>
        <p:spPr>
          <a:xfrm>
            <a:off x="8061777" y="3184311"/>
            <a:ext cx="626294" cy="328934"/>
          </a:xfrm>
          <a:prstGeom prst="ellipse">
            <a:avLst/>
          </a:prstGeom>
          <a:solidFill>
            <a:srgbClr val="FFFFFF"/>
          </a:solidFill>
          <a:ln>
            <a:solidFill>
              <a:srgbClr val="7376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982E1AE-F867-4DAF-BAC7-89CBDE32B8F0}"/>
              </a:ext>
            </a:extLst>
          </p:cNvPr>
          <p:cNvCxnSpPr>
            <a:cxnSpLocks/>
          </p:cNvCxnSpPr>
          <p:nvPr/>
        </p:nvCxnSpPr>
        <p:spPr>
          <a:xfrm>
            <a:off x="4373880" y="3068965"/>
            <a:ext cx="3167540" cy="452864"/>
          </a:xfrm>
          <a:prstGeom prst="bentConnector3">
            <a:avLst>
              <a:gd name="adj1" fmla="val 585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A9DFB8A-D9EE-4DE0-BA31-4D8B5784D8D5}"/>
              </a:ext>
            </a:extLst>
          </p:cNvPr>
          <p:cNvCxnSpPr>
            <a:stCxn id="32" idx="2"/>
            <a:endCxn id="37" idx="0"/>
          </p:cNvCxnSpPr>
          <p:nvPr/>
        </p:nvCxnSpPr>
        <p:spPr>
          <a:xfrm>
            <a:off x="3232209" y="3357603"/>
            <a:ext cx="6242" cy="257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165821B-1D89-46A9-815C-0CA9B0ECE811}"/>
              </a:ext>
            </a:extLst>
          </p:cNvPr>
          <p:cNvCxnSpPr>
            <a:stCxn id="37" idx="3"/>
          </p:cNvCxnSpPr>
          <p:nvPr/>
        </p:nvCxnSpPr>
        <p:spPr>
          <a:xfrm flipV="1">
            <a:off x="3815167" y="3844919"/>
            <a:ext cx="1528862" cy="1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箭头: 左 57">
            <a:extLst>
              <a:ext uri="{FF2B5EF4-FFF2-40B4-BE49-F238E27FC236}">
                <a16:creationId xmlns:a16="http://schemas.microsoft.com/office/drawing/2014/main" id="{9E05AED5-A480-45E9-B2B2-376536D80F9E}"/>
              </a:ext>
            </a:extLst>
          </p:cNvPr>
          <p:cNvSpPr/>
          <p:nvPr/>
        </p:nvSpPr>
        <p:spPr>
          <a:xfrm>
            <a:off x="7583611" y="3270728"/>
            <a:ext cx="427659" cy="185185"/>
          </a:xfrm>
          <a:prstGeom prst="leftArrow">
            <a:avLst>
              <a:gd name="adj1" fmla="val 29167"/>
              <a:gd name="adj2" fmla="val 75905"/>
            </a:avLst>
          </a:prstGeom>
          <a:solidFill>
            <a:srgbClr val="FFFF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左 58">
            <a:extLst>
              <a:ext uri="{FF2B5EF4-FFF2-40B4-BE49-F238E27FC236}">
                <a16:creationId xmlns:a16="http://schemas.microsoft.com/office/drawing/2014/main" id="{C7C020FA-8F3C-4AB6-99E2-6DF66414C701}"/>
              </a:ext>
            </a:extLst>
          </p:cNvPr>
          <p:cNvSpPr/>
          <p:nvPr/>
        </p:nvSpPr>
        <p:spPr>
          <a:xfrm rot="10800000">
            <a:off x="8730262" y="3271507"/>
            <a:ext cx="238534" cy="185185"/>
          </a:xfrm>
          <a:prstGeom prst="leftArrow">
            <a:avLst>
              <a:gd name="adj1" fmla="val 29167"/>
              <a:gd name="adj2" fmla="val 75905"/>
            </a:avLst>
          </a:prstGeom>
          <a:solidFill>
            <a:srgbClr val="FFFF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9552AA5-1D4C-4961-9A29-89A859336C2B}"/>
              </a:ext>
            </a:extLst>
          </p:cNvPr>
          <p:cNvCxnSpPr>
            <a:stCxn id="44" idx="3"/>
            <a:endCxn id="46" idx="0"/>
          </p:cNvCxnSpPr>
          <p:nvPr/>
        </p:nvCxnSpPr>
        <p:spPr>
          <a:xfrm>
            <a:off x="7130070" y="2472872"/>
            <a:ext cx="1143442" cy="3275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15CE31F7-2C46-4C8A-8E59-A7A49EC9DEC9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6878801" y="3078795"/>
            <a:ext cx="671206" cy="4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12B4835-7BF3-4F10-AA51-C890B4D8FB07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>
            <a:off x="5967954" y="3358051"/>
            <a:ext cx="4067" cy="246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A731D6B-419A-491B-966A-7838BBFCFCBC}"/>
              </a:ext>
            </a:extLst>
          </p:cNvPr>
          <p:cNvCxnSpPr>
            <a:stCxn id="39" idx="1"/>
            <a:endCxn id="44" idx="1"/>
          </p:cNvCxnSpPr>
          <p:nvPr/>
        </p:nvCxnSpPr>
        <p:spPr>
          <a:xfrm rot="10800000">
            <a:off x="4809934" y="2472872"/>
            <a:ext cx="247172" cy="606372"/>
          </a:xfrm>
          <a:prstGeom prst="bentConnector3">
            <a:avLst>
              <a:gd name="adj1" fmla="val 16782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4D8EE5AE-241E-419B-BCA6-8226D8365CBE}"/>
              </a:ext>
            </a:extLst>
          </p:cNvPr>
          <p:cNvSpPr txBox="1"/>
          <p:nvPr/>
        </p:nvSpPr>
        <p:spPr>
          <a:xfrm>
            <a:off x="6846652" y="3116919"/>
            <a:ext cx="76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8523312-BCD5-4A3A-B51D-269E6F2AEA95}"/>
              </a:ext>
            </a:extLst>
          </p:cNvPr>
          <p:cNvSpPr/>
          <p:nvPr/>
        </p:nvSpPr>
        <p:spPr>
          <a:xfrm>
            <a:off x="9401210" y="3008631"/>
            <a:ext cx="1018700" cy="797004"/>
          </a:xfrm>
          <a:prstGeom prst="rect">
            <a:avLst/>
          </a:prstGeom>
          <a:solidFill>
            <a:srgbClr val="D7D7D7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CA4F3701-4B75-4960-BCFF-C897353D1A7A}"/>
              </a:ext>
            </a:extLst>
          </p:cNvPr>
          <p:cNvSpPr/>
          <p:nvPr/>
        </p:nvSpPr>
        <p:spPr>
          <a:xfrm>
            <a:off x="9560040" y="3214375"/>
            <a:ext cx="701040" cy="372948"/>
          </a:xfrm>
          <a:prstGeom prst="ellipse">
            <a:avLst/>
          </a:prstGeom>
          <a:solidFill>
            <a:srgbClr val="D7D7D7"/>
          </a:solidFill>
          <a:ln>
            <a:solidFill>
              <a:srgbClr val="7376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08DD7481-93D2-4037-8EEB-1C73CB494A7C}"/>
              </a:ext>
            </a:extLst>
          </p:cNvPr>
          <p:cNvSpPr/>
          <p:nvPr/>
        </p:nvSpPr>
        <p:spPr>
          <a:xfrm>
            <a:off x="9725141" y="3332739"/>
            <a:ext cx="378596" cy="136220"/>
          </a:xfrm>
          <a:prstGeom prst="roundRect">
            <a:avLst>
              <a:gd name="adj" fmla="val 50000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0EC0F53-2282-4CC0-9BD8-D2CD87D196B4}"/>
              </a:ext>
            </a:extLst>
          </p:cNvPr>
          <p:cNvCxnSpPr>
            <a:stCxn id="46" idx="3"/>
            <a:endCxn id="87" idx="1"/>
          </p:cNvCxnSpPr>
          <p:nvPr/>
        </p:nvCxnSpPr>
        <p:spPr>
          <a:xfrm flipV="1">
            <a:off x="8997017" y="3407133"/>
            <a:ext cx="404193" cy="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3A600792-740A-4C1C-921E-C4E0A993446F}"/>
              </a:ext>
            </a:extLst>
          </p:cNvPr>
          <p:cNvSpPr txBox="1"/>
          <p:nvPr/>
        </p:nvSpPr>
        <p:spPr>
          <a:xfrm>
            <a:off x="8857222" y="3972912"/>
            <a:ext cx="21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B,T,M,d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C2AC72DA-0E12-4ABC-830A-9B3491AD4166}"/>
              </a:ext>
            </a:extLst>
          </p:cNvPr>
          <p:cNvCxnSpPr>
            <a:cxnSpLocks/>
          </p:cNvCxnSpPr>
          <p:nvPr/>
        </p:nvCxnSpPr>
        <p:spPr>
          <a:xfrm>
            <a:off x="882090" y="4472540"/>
            <a:ext cx="9702388" cy="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B48CBC57-4B22-4A6B-9D8D-B50F98CC76EE}"/>
              </a:ext>
            </a:extLst>
          </p:cNvPr>
          <p:cNvSpPr/>
          <p:nvPr/>
        </p:nvSpPr>
        <p:spPr>
          <a:xfrm>
            <a:off x="1625524" y="5062544"/>
            <a:ext cx="2286000" cy="1149069"/>
          </a:xfrm>
          <a:prstGeom prst="rect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5E1BB6F-73BC-456B-90FD-2DACAB3783AB}"/>
              </a:ext>
            </a:extLst>
          </p:cNvPr>
          <p:cNvSpPr/>
          <p:nvPr/>
        </p:nvSpPr>
        <p:spPr>
          <a:xfrm>
            <a:off x="2021283" y="5289750"/>
            <a:ext cx="1476972" cy="717864"/>
          </a:xfrm>
          <a:prstGeom prst="rect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A0D1A656-ECE0-44D0-B882-8659030BA1E0}"/>
              </a:ext>
            </a:extLst>
          </p:cNvPr>
          <p:cNvSpPr txBox="1"/>
          <p:nvPr/>
        </p:nvSpPr>
        <p:spPr>
          <a:xfrm>
            <a:off x="1774819" y="4579609"/>
            <a:ext cx="19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F1B193C-5BF8-4862-8A04-C81FDB7ED5CD}"/>
              </a:ext>
            </a:extLst>
          </p:cNvPr>
          <p:cNvSpPr txBox="1"/>
          <p:nvPr/>
        </p:nvSpPr>
        <p:spPr>
          <a:xfrm>
            <a:off x="1783574" y="5327678"/>
            <a:ext cx="196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Conision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A4CB02C-4214-49CC-9745-25CAEAC57AE4}"/>
              </a:ext>
            </a:extLst>
          </p:cNvPr>
          <p:cNvSpPr txBox="1"/>
          <p:nvPr/>
        </p:nvSpPr>
        <p:spPr>
          <a:xfrm>
            <a:off x="1783574" y="6249541"/>
            <a:ext cx="19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*fused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7DCA389-E407-40AF-94B5-8A4E499287F1}"/>
              </a:ext>
            </a:extLst>
          </p:cNvPr>
          <p:cNvSpPr/>
          <p:nvPr/>
        </p:nvSpPr>
        <p:spPr>
          <a:xfrm>
            <a:off x="5003723" y="5176520"/>
            <a:ext cx="848438" cy="550136"/>
          </a:xfrm>
          <a:prstGeom prst="rect">
            <a:avLst/>
          </a:prstGeom>
          <a:solidFill>
            <a:srgbClr val="D7D7D7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0519DEB-F7BD-4124-AE8D-57F964F47701}"/>
              </a:ext>
            </a:extLst>
          </p:cNvPr>
          <p:cNvSpPr txBox="1"/>
          <p:nvPr/>
        </p:nvSpPr>
        <p:spPr>
          <a:xfrm>
            <a:off x="4997727" y="5273343"/>
            <a:ext cx="84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514CBD50-FC59-4766-AF1E-3B31EC3A6420}"/>
              </a:ext>
            </a:extLst>
          </p:cNvPr>
          <p:cNvSpPr/>
          <p:nvPr/>
        </p:nvSpPr>
        <p:spPr>
          <a:xfrm>
            <a:off x="5011153" y="4536049"/>
            <a:ext cx="848438" cy="462986"/>
          </a:xfrm>
          <a:prstGeom prst="roundRect">
            <a:avLst>
              <a:gd name="adj" fmla="val 23667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337B48D5-476E-4E24-ABF2-C8C39BCBA445}"/>
              </a:ext>
            </a:extLst>
          </p:cNvPr>
          <p:cNvSpPr txBox="1"/>
          <p:nvPr/>
        </p:nvSpPr>
        <p:spPr>
          <a:xfrm>
            <a:off x="5011153" y="4583263"/>
            <a:ext cx="84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E2F7703-F8C3-472C-8310-4B8B299ECAB5}"/>
              </a:ext>
            </a:extLst>
          </p:cNvPr>
          <p:cNvSpPr/>
          <p:nvPr/>
        </p:nvSpPr>
        <p:spPr>
          <a:xfrm>
            <a:off x="4832155" y="6088073"/>
            <a:ext cx="1237488" cy="356126"/>
          </a:xfrm>
          <a:prstGeom prst="rect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D119D326-7189-4E93-BDC5-1EE2EF7B1385}"/>
              </a:ext>
            </a:extLst>
          </p:cNvPr>
          <p:cNvSpPr/>
          <p:nvPr/>
        </p:nvSpPr>
        <p:spPr>
          <a:xfrm>
            <a:off x="5169272" y="5935673"/>
            <a:ext cx="563254" cy="152400"/>
          </a:xfrm>
          <a:prstGeom prst="rect">
            <a:avLst/>
          </a:prstGeom>
          <a:solidFill>
            <a:srgbClr val="DCE8FF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B30FE15-A138-49F4-8160-293BEA96A1F3}"/>
              </a:ext>
            </a:extLst>
          </p:cNvPr>
          <p:cNvSpPr/>
          <p:nvPr/>
        </p:nvSpPr>
        <p:spPr>
          <a:xfrm>
            <a:off x="4605634" y="6444199"/>
            <a:ext cx="1690530" cy="128326"/>
          </a:xfrm>
          <a:prstGeom prst="rect">
            <a:avLst/>
          </a:prstGeom>
          <a:solidFill>
            <a:srgbClr val="D7D7D7"/>
          </a:solidFill>
          <a:ln>
            <a:solidFill>
              <a:srgbClr val="5C63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A739CF6-CD4B-42FA-B018-74C044C17A3B}"/>
              </a:ext>
            </a:extLst>
          </p:cNvPr>
          <p:cNvSpPr txBox="1"/>
          <p:nvPr/>
        </p:nvSpPr>
        <p:spPr>
          <a:xfrm>
            <a:off x="4397561" y="6507698"/>
            <a:ext cx="21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B,T,d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4C67DBA7-301E-4B5C-B79F-BC345FC6145A}"/>
              </a:ext>
            </a:extLst>
          </p:cNvPr>
          <p:cNvCxnSpPr>
            <a:stCxn id="98" idx="3"/>
            <a:endCxn id="107" idx="1"/>
          </p:cNvCxnSpPr>
          <p:nvPr/>
        </p:nvCxnSpPr>
        <p:spPr>
          <a:xfrm>
            <a:off x="3911524" y="5637079"/>
            <a:ext cx="920631" cy="6290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0D9994C-319D-404F-A0F1-EE60A4B9D493}"/>
              </a:ext>
            </a:extLst>
          </p:cNvPr>
          <p:cNvSpPr/>
          <p:nvPr/>
        </p:nvSpPr>
        <p:spPr>
          <a:xfrm>
            <a:off x="6185342" y="4567507"/>
            <a:ext cx="3007426" cy="462986"/>
          </a:xfrm>
          <a:prstGeom prst="roundRect">
            <a:avLst>
              <a:gd name="adj" fmla="val 23667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8F768801-261E-4425-B9EE-B405C08B325C}"/>
              </a:ext>
            </a:extLst>
          </p:cNvPr>
          <p:cNvSpPr txBox="1"/>
          <p:nvPr/>
        </p:nvSpPr>
        <p:spPr>
          <a:xfrm>
            <a:off x="6185342" y="4612706"/>
            <a:ext cx="305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Stack→Multi-Head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Attention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FB61E1DC-5C1A-4432-A2D5-B8D8A1B6FC4D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8273512" y="4020931"/>
            <a:ext cx="0" cy="546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5879BE34-44F5-4179-8EED-7B18EF8F19C7}"/>
              </a:ext>
            </a:extLst>
          </p:cNvPr>
          <p:cNvSpPr/>
          <p:nvPr/>
        </p:nvSpPr>
        <p:spPr>
          <a:xfrm>
            <a:off x="6738775" y="5163585"/>
            <a:ext cx="1896936" cy="462986"/>
          </a:xfrm>
          <a:prstGeom prst="roundRect">
            <a:avLst>
              <a:gd name="adj" fmla="val 23667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18337BC6-3D59-46E6-82FE-BEFD6423F0DC}"/>
              </a:ext>
            </a:extLst>
          </p:cNvPr>
          <p:cNvSpPr txBox="1"/>
          <p:nvPr/>
        </p:nvSpPr>
        <p:spPr>
          <a:xfrm>
            <a:off x="6798497" y="5199612"/>
            <a:ext cx="174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Output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2B3CF13B-2FEB-4E29-A8B4-5985224387CB}"/>
              </a:ext>
            </a:extLst>
          </p:cNvPr>
          <p:cNvSpPr/>
          <p:nvPr/>
        </p:nvSpPr>
        <p:spPr>
          <a:xfrm>
            <a:off x="6745129" y="5753524"/>
            <a:ext cx="1896936" cy="462986"/>
          </a:xfrm>
          <a:prstGeom prst="roundRect">
            <a:avLst>
              <a:gd name="adj" fmla="val 23667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BDEAAAB2-322A-4094-86C4-ADA37CD9CDF0}"/>
              </a:ext>
            </a:extLst>
          </p:cNvPr>
          <p:cNvSpPr/>
          <p:nvPr/>
        </p:nvSpPr>
        <p:spPr>
          <a:xfrm>
            <a:off x="6745129" y="6343463"/>
            <a:ext cx="1896936" cy="462986"/>
          </a:xfrm>
          <a:prstGeom prst="roundRect">
            <a:avLst>
              <a:gd name="adj" fmla="val 23667"/>
            </a:avLst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583F0632-6AF8-4B3E-9973-A8BF16730D37}"/>
              </a:ext>
            </a:extLst>
          </p:cNvPr>
          <p:cNvSpPr txBox="1"/>
          <p:nvPr/>
        </p:nvSpPr>
        <p:spPr>
          <a:xfrm>
            <a:off x="6633905" y="5799052"/>
            <a:ext cx="21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F05F863F-C338-429C-BD72-FB3A51D8B186}"/>
              </a:ext>
            </a:extLst>
          </p:cNvPr>
          <p:cNvSpPr txBox="1"/>
          <p:nvPr/>
        </p:nvSpPr>
        <p:spPr>
          <a:xfrm>
            <a:off x="6640259" y="6387859"/>
            <a:ext cx="21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000AF30D-E164-4B6C-84E6-169FF7DE5111}"/>
              </a:ext>
            </a:extLst>
          </p:cNvPr>
          <p:cNvCxnSpPr>
            <a:stCxn id="105" idx="2"/>
            <a:endCxn id="103" idx="0"/>
          </p:cNvCxnSpPr>
          <p:nvPr/>
        </p:nvCxnSpPr>
        <p:spPr>
          <a:xfrm flipH="1">
            <a:off x="5427942" y="4999035"/>
            <a:ext cx="7430" cy="177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BA6A1A83-959B-4411-BC76-BCB8022F805D}"/>
              </a:ext>
            </a:extLst>
          </p:cNvPr>
          <p:cNvCxnSpPr>
            <a:cxnSpLocks/>
            <a:stCxn id="114" idx="1"/>
          </p:cNvCxnSpPr>
          <p:nvPr/>
        </p:nvCxnSpPr>
        <p:spPr>
          <a:xfrm rot="10800000" flipH="1" flipV="1">
            <a:off x="6185341" y="4797372"/>
            <a:ext cx="578075" cy="515528"/>
          </a:xfrm>
          <a:prstGeom prst="bentConnector3">
            <a:avLst>
              <a:gd name="adj1" fmla="val -2372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0493EA6C-5CD5-457A-A55F-4D941D572790}"/>
              </a:ext>
            </a:extLst>
          </p:cNvPr>
          <p:cNvCxnSpPr>
            <a:stCxn id="103" idx="3"/>
          </p:cNvCxnSpPr>
          <p:nvPr/>
        </p:nvCxnSpPr>
        <p:spPr>
          <a:xfrm>
            <a:off x="5852161" y="5451588"/>
            <a:ext cx="911255" cy="6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0F9E9760-897C-4A14-8F83-3825D35CEE89}"/>
              </a:ext>
            </a:extLst>
          </p:cNvPr>
          <p:cNvSpPr txBox="1"/>
          <p:nvPr/>
        </p:nvSpPr>
        <p:spPr>
          <a:xfrm>
            <a:off x="6056571" y="5199612"/>
            <a:ext cx="76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5810AF30-1EFA-4C64-9E0B-092A1E425F17}"/>
              </a:ext>
            </a:extLst>
          </p:cNvPr>
          <p:cNvCxnSpPr>
            <a:cxnSpLocks/>
            <a:stCxn id="103" idx="2"/>
          </p:cNvCxnSpPr>
          <p:nvPr/>
        </p:nvCxnSpPr>
        <p:spPr>
          <a:xfrm rot="16200000" flipH="1">
            <a:off x="6033759" y="5120839"/>
            <a:ext cx="123842" cy="13354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A49F5D32-F589-4CF3-B16A-8354DA6BFEC2}"/>
              </a:ext>
            </a:extLst>
          </p:cNvPr>
          <p:cNvSpPr txBox="1"/>
          <p:nvPr/>
        </p:nvSpPr>
        <p:spPr>
          <a:xfrm>
            <a:off x="6073386" y="5574807"/>
            <a:ext cx="76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9D0AB5B8-2B9F-4D3A-8A2F-C0D45B39D602}"/>
              </a:ext>
            </a:extLst>
          </p:cNvPr>
          <p:cNvCxnSpPr>
            <a:cxnSpLocks/>
            <a:stCxn id="113" idx="2"/>
            <a:endCxn id="117" idx="0"/>
          </p:cNvCxnSpPr>
          <p:nvPr/>
        </p:nvCxnSpPr>
        <p:spPr>
          <a:xfrm flipH="1">
            <a:off x="7687243" y="5030493"/>
            <a:ext cx="1812" cy="13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椭圆 143">
            <a:extLst>
              <a:ext uri="{FF2B5EF4-FFF2-40B4-BE49-F238E27FC236}">
                <a16:creationId xmlns:a16="http://schemas.microsoft.com/office/drawing/2014/main" id="{5041C063-29F1-44F2-B1B5-1C823D599A7F}"/>
              </a:ext>
            </a:extLst>
          </p:cNvPr>
          <p:cNvSpPr/>
          <p:nvPr/>
        </p:nvSpPr>
        <p:spPr>
          <a:xfrm>
            <a:off x="9307160" y="4867160"/>
            <a:ext cx="1166890" cy="1055488"/>
          </a:xfrm>
          <a:prstGeom prst="ellipse">
            <a:avLst/>
          </a:prstGeom>
          <a:solidFill>
            <a:srgbClr val="DC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0EECB954-D363-4D60-A033-A6FA9094D452}"/>
              </a:ext>
            </a:extLst>
          </p:cNvPr>
          <p:cNvSpPr txBox="1"/>
          <p:nvPr/>
        </p:nvSpPr>
        <p:spPr>
          <a:xfrm>
            <a:off x="9290226" y="5218146"/>
            <a:ext cx="121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fused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45F1354-797D-4897-B920-E991A13D2DFD}"/>
              </a:ext>
            </a:extLst>
          </p:cNvPr>
          <p:cNvCxnSpPr>
            <a:cxnSpLocks/>
            <a:stCxn id="117" idx="3"/>
            <a:endCxn id="144" idx="2"/>
          </p:cNvCxnSpPr>
          <p:nvPr/>
        </p:nvCxnSpPr>
        <p:spPr>
          <a:xfrm flipV="1">
            <a:off x="8635711" y="5394904"/>
            <a:ext cx="671449" cy="1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7AE6FB19-AB60-4521-A13F-B6ADBB676CAB}"/>
              </a:ext>
            </a:extLst>
          </p:cNvPr>
          <p:cNvSpPr txBox="1"/>
          <p:nvPr/>
        </p:nvSpPr>
        <p:spPr>
          <a:xfrm>
            <a:off x="8264213" y="6377059"/>
            <a:ext cx="21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(B,T,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52FFE2C7-5E42-4564-8707-C2AF649FFC57}"/>
              </a:ext>
            </a:extLst>
          </p:cNvPr>
          <p:cNvSpPr txBox="1"/>
          <p:nvPr/>
        </p:nvSpPr>
        <p:spPr>
          <a:xfrm>
            <a:off x="891219" y="1672410"/>
            <a:ext cx="2104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Naïve Fusion</a:t>
            </a:r>
            <a:endParaRPr lang="zh-CN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662E665F-D68E-4C8A-B906-F2F0F19F483B}"/>
              </a:ext>
            </a:extLst>
          </p:cNvPr>
          <p:cNvSpPr txBox="1"/>
          <p:nvPr/>
        </p:nvSpPr>
        <p:spPr>
          <a:xfrm>
            <a:off x="851269" y="4070203"/>
            <a:ext cx="2104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Gate Fusion</a:t>
            </a:r>
            <a:endParaRPr lang="zh-CN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C44B1068-76D7-4942-8826-D110272D57C6}"/>
              </a:ext>
            </a:extLst>
          </p:cNvPr>
          <p:cNvSpPr txBox="1"/>
          <p:nvPr/>
        </p:nvSpPr>
        <p:spPr>
          <a:xfrm>
            <a:off x="872316" y="6499265"/>
            <a:ext cx="262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Attention Fusion</a:t>
            </a:r>
            <a:endParaRPr lang="zh-CN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33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FA73E85-39BC-4C22-AC45-0FA4AA97DBCC}"/>
              </a:ext>
            </a:extLst>
          </p:cNvPr>
          <p:cNvSpPr txBox="1"/>
          <p:nvPr/>
        </p:nvSpPr>
        <p:spPr>
          <a:xfrm>
            <a:off x="0" y="0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Reconstruction Pre-training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905B6E-9315-4907-86EF-9BA826837194}"/>
              </a:ext>
            </a:extLst>
          </p:cNvPr>
          <p:cNvSpPr txBox="1"/>
          <p:nvPr/>
        </p:nvSpPr>
        <p:spPr>
          <a:xfrm>
            <a:off x="0" y="2658617"/>
            <a:ext cx="630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Pre-training based on Multi-Agent Adversarial (MAA) models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F49F9C-9756-4F9D-9FE3-EB603FDF021C}"/>
              </a:ext>
            </a:extLst>
          </p:cNvPr>
          <p:cNvSpPr txBox="1"/>
          <p:nvPr/>
        </p:nvSpPr>
        <p:spPr>
          <a:xfrm>
            <a:off x="152400" y="3027949"/>
            <a:ext cx="5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c.i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MAA Knowledge Transfer Learning (Offline)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2F0113-488A-4A9E-AE99-D9CB21FC87D0}"/>
              </a:ext>
            </a:extLst>
          </p:cNvPr>
          <p:cNvSpPr txBox="1"/>
          <p:nvPr/>
        </p:nvSpPr>
        <p:spPr>
          <a:xfrm>
            <a:off x="5924550" y="3027949"/>
            <a:ext cx="411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c.ii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Transfer to Multi-Encoder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AEBE77-9470-4E67-B82B-5023AC45C34F}"/>
              </a:ext>
            </a:extLst>
          </p:cNvPr>
          <p:cNvSpPr txBox="1"/>
          <p:nvPr/>
        </p:nvSpPr>
        <p:spPr>
          <a:xfrm>
            <a:off x="5882640" y="0"/>
            <a:ext cx="630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Renconstruction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Pre-training (WGAN-GP Based)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0A8A43-7A16-456F-A4AD-01064D3CA75D}"/>
              </a:ext>
            </a:extLst>
          </p:cNvPr>
          <p:cNvSpPr txBox="1"/>
          <p:nvPr/>
        </p:nvSpPr>
        <p:spPr>
          <a:xfrm>
            <a:off x="0" y="369332"/>
            <a:ext cx="1945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Input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05CCD2-A406-43FC-ADC9-202CB3CD0194}"/>
              </a:ext>
            </a:extLst>
          </p:cNvPr>
          <p:cNvSpPr/>
          <p:nvPr/>
        </p:nvSpPr>
        <p:spPr>
          <a:xfrm>
            <a:off x="317500" y="628332"/>
            <a:ext cx="1310640" cy="2590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Group 1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AD2D4E-AAD0-4C7B-9731-A96C815E1476}"/>
              </a:ext>
            </a:extLst>
          </p:cNvPr>
          <p:cNvSpPr/>
          <p:nvPr/>
        </p:nvSpPr>
        <p:spPr>
          <a:xfrm>
            <a:off x="317500" y="887412"/>
            <a:ext cx="1310640" cy="259080"/>
          </a:xfrm>
          <a:prstGeom prst="rect">
            <a:avLst/>
          </a:prstGeom>
          <a:solidFill>
            <a:srgbClr val="FFDE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Group 2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761529-4DCB-41D3-B377-FB2C7D81DCF6}"/>
              </a:ext>
            </a:extLst>
          </p:cNvPr>
          <p:cNvSpPr/>
          <p:nvPr/>
        </p:nvSpPr>
        <p:spPr>
          <a:xfrm>
            <a:off x="317500" y="1139070"/>
            <a:ext cx="1310640" cy="259080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Group N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E92979-0EEA-4CCC-B447-9FF31B9E0AD1}"/>
              </a:ext>
            </a:extLst>
          </p:cNvPr>
          <p:cNvSpPr/>
          <p:nvPr/>
        </p:nvSpPr>
        <p:spPr>
          <a:xfrm>
            <a:off x="317500" y="2019886"/>
            <a:ext cx="1310640" cy="588105"/>
          </a:xfrm>
          <a:prstGeom prst="roundRect">
            <a:avLst>
              <a:gd name="adj" fmla="val 29056"/>
            </a:avLst>
          </a:prstGeom>
          <a:solidFill>
            <a:srgbClr val="EBEB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7B0BDF1-F3AE-4A09-B7C8-43540F334525}"/>
              </a:ext>
            </a:extLst>
          </p:cNvPr>
          <p:cNvGrpSpPr/>
          <p:nvPr/>
        </p:nvGrpSpPr>
        <p:grpSpPr>
          <a:xfrm>
            <a:off x="2239648" y="1623978"/>
            <a:ext cx="1496317" cy="795868"/>
            <a:chOff x="2074487" y="1568879"/>
            <a:chExt cx="1496317" cy="79586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A4C7B7B-604D-4086-B501-0D0FF84E1BCC}"/>
                </a:ext>
              </a:extLst>
            </p:cNvPr>
            <p:cNvSpPr/>
            <p:nvPr/>
          </p:nvSpPr>
          <p:spPr>
            <a:xfrm>
              <a:off x="2074487" y="1568879"/>
              <a:ext cx="1496317" cy="588105"/>
            </a:xfrm>
            <a:prstGeom prst="rect">
              <a:avLst/>
            </a:prstGeom>
            <a:solidFill>
              <a:srgbClr val="FFED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Original Combined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2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target_X</a:t>
              </a:r>
              <a:r>
                <a:rPr lang="en-US" altLang="zh-CN" sz="1200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combined</a:t>
              </a:r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1E825AB-368D-4F7F-B769-016B07DF6192}"/>
                </a:ext>
              </a:extLst>
            </p:cNvPr>
            <p:cNvSpPr/>
            <p:nvPr/>
          </p:nvSpPr>
          <p:spPr>
            <a:xfrm>
              <a:off x="2074487" y="2156985"/>
              <a:ext cx="1496317" cy="207762"/>
            </a:xfrm>
            <a:prstGeom prst="rect">
              <a:avLst/>
            </a:prstGeom>
            <a:solidFill>
              <a:srgbClr val="FFF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Reconstructed Data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86D7365-C73F-4DEE-9FA4-6B7CDE9A8862}"/>
              </a:ext>
            </a:extLst>
          </p:cNvPr>
          <p:cNvSpPr/>
          <p:nvPr/>
        </p:nvSpPr>
        <p:spPr>
          <a:xfrm>
            <a:off x="1945641" y="632627"/>
            <a:ext cx="1945640" cy="766071"/>
          </a:xfrm>
          <a:prstGeom prst="roundRect">
            <a:avLst>
              <a:gd name="adj" fmla="val 2905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E31E63-8C9F-4165-B770-3ACACDEE41D4}"/>
              </a:ext>
            </a:extLst>
          </p:cNvPr>
          <p:cNvSpPr txBox="1"/>
          <p:nvPr/>
        </p:nvSpPr>
        <p:spPr>
          <a:xfrm>
            <a:off x="1929638" y="369331"/>
            <a:ext cx="1945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Handlers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E88682-28BF-4682-91B4-3C86D167CF82}"/>
              </a:ext>
            </a:extLst>
          </p:cNvPr>
          <p:cNvSpPr/>
          <p:nvPr/>
        </p:nvSpPr>
        <p:spPr>
          <a:xfrm>
            <a:off x="2124710" y="769948"/>
            <a:ext cx="274320" cy="510738"/>
          </a:xfrm>
          <a:prstGeom prst="rect">
            <a:avLst/>
          </a:prstGeom>
          <a:solidFill>
            <a:srgbClr val="E9F8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86A220-506D-4BEC-AB59-61C16C4CF9A6}"/>
              </a:ext>
            </a:extLst>
          </p:cNvPr>
          <p:cNvSpPr/>
          <p:nvPr/>
        </p:nvSpPr>
        <p:spPr>
          <a:xfrm>
            <a:off x="2553432" y="769948"/>
            <a:ext cx="274320" cy="510738"/>
          </a:xfrm>
          <a:prstGeom prst="rect">
            <a:avLst/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AA8DA4-F294-4DDD-B685-589D0E52B5B5}"/>
              </a:ext>
            </a:extLst>
          </p:cNvPr>
          <p:cNvSpPr/>
          <p:nvPr/>
        </p:nvSpPr>
        <p:spPr>
          <a:xfrm>
            <a:off x="2987807" y="760293"/>
            <a:ext cx="274320" cy="510738"/>
          </a:xfrm>
          <a:prstGeom prst="rect">
            <a:avLst/>
          </a:prstGeom>
          <a:solidFill>
            <a:srgbClr val="CFD7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E4B100-CB4C-42D0-9805-E5D0536D0614}"/>
              </a:ext>
            </a:extLst>
          </p:cNvPr>
          <p:cNvSpPr/>
          <p:nvPr/>
        </p:nvSpPr>
        <p:spPr>
          <a:xfrm>
            <a:off x="3416529" y="767145"/>
            <a:ext cx="274320" cy="510738"/>
          </a:xfrm>
          <a:prstGeom prst="rect">
            <a:avLst/>
          </a:prstGeom>
          <a:solidFill>
            <a:srgbClr val="FFF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ED3852-87E1-4906-B077-3A491EECB3C6}"/>
              </a:ext>
            </a:extLst>
          </p:cNvPr>
          <p:cNvSpPr/>
          <p:nvPr/>
        </p:nvSpPr>
        <p:spPr>
          <a:xfrm>
            <a:off x="2189480" y="953934"/>
            <a:ext cx="144780" cy="137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B2E5FC8-0349-46B8-8D5E-BD32E30BF003}"/>
              </a:ext>
            </a:extLst>
          </p:cNvPr>
          <p:cNvSpPr/>
          <p:nvPr/>
        </p:nvSpPr>
        <p:spPr>
          <a:xfrm>
            <a:off x="2618202" y="953934"/>
            <a:ext cx="144780" cy="137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B7744B-AFE2-4A6E-948D-8DA9B1898A04}"/>
              </a:ext>
            </a:extLst>
          </p:cNvPr>
          <p:cNvSpPr/>
          <p:nvPr/>
        </p:nvSpPr>
        <p:spPr>
          <a:xfrm>
            <a:off x="3052577" y="953934"/>
            <a:ext cx="144780" cy="137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DF3ED6-92B5-4030-B744-15DD83200A5F}"/>
              </a:ext>
            </a:extLst>
          </p:cNvPr>
          <p:cNvSpPr/>
          <p:nvPr/>
        </p:nvSpPr>
        <p:spPr>
          <a:xfrm>
            <a:off x="3481299" y="953934"/>
            <a:ext cx="144780" cy="137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083B67-122C-42B1-B7B2-800563693069}"/>
              </a:ext>
            </a:extLst>
          </p:cNvPr>
          <p:cNvSpPr/>
          <p:nvPr/>
        </p:nvSpPr>
        <p:spPr>
          <a:xfrm>
            <a:off x="3999230" y="440451"/>
            <a:ext cx="1880870" cy="1164829"/>
          </a:xfrm>
          <a:prstGeom prst="rect">
            <a:avLst/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FD458C1-16D2-4C56-BF5F-20D47BB65D13}"/>
              </a:ext>
            </a:extLst>
          </p:cNvPr>
          <p:cNvSpPr/>
          <p:nvPr/>
        </p:nvSpPr>
        <p:spPr>
          <a:xfrm>
            <a:off x="4022090" y="555491"/>
            <a:ext cx="1108436" cy="934099"/>
          </a:xfrm>
          <a:prstGeom prst="roundRect">
            <a:avLst>
              <a:gd name="adj" fmla="val 1139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Multi-Source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D5689C4-CFE7-45CB-922B-052516631D11}"/>
              </a:ext>
            </a:extLst>
          </p:cNvPr>
          <p:cNvSpPr/>
          <p:nvPr/>
        </p:nvSpPr>
        <p:spPr>
          <a:xfrm>
            <a:off x="5130526" y="699452"/>
            <a:ext cx="735364" cy="649551"/>
          </a:xfrm>
          <a:prstGeom prst="rect">
            <a:avLst/>
          </a:prstGeom>
          <a:solidFill>
            <a:srgbClr val="FFDE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7251F22-C488-4866-B944-B68B18058A07}"/>
              </a:ext>
            </a:extLst>
          </p:cNvPr>
          <p:cNvSpPr/>
          <p:nvPr/>
        </p:nvSpPr>
        <p:spPr>
          <a:xfrm>
            <a:off x="5193659" y="873549"/>
            <a:ext cx="609097" cy="297982"/>
          </a:xfrm>
          <a:prstGeom prst="rect">
            <a:avLst/>
          </a:prstGeom>
          <a:solidFill>
            <a:srgbClr val="DCE8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FB700DC-8434-4EDD-8639-8EFB8A8AA045}"/>
              </a:ext>
            </a:extLst>
          </p:cNvPr>
          <p:cNvSpPr/>
          <p:nvPr/>
        </p:nvSpPr>
        <p:spPr>
          <a:xfrm>
            <a:off x="4596250" y="1903693"/>
            <a:ext cx="859550" cy="649551"/>
          </a:xfrm>
          <a:prstGeom prst="rect">
            <a:avLst/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AC2D203-0385-4482-B960-3F320A4D5DEF}"/>
              </a:ext>
            </a:extLst>
          </p:cNvPr>
          <p:cNvSpPr/>
          <p:nvPr/>
        </p:nvSpPr>
        <p:spPr>
          <a:xfrm>
            <a:off x="4665916" y="2079477"/>
            <a:ext cx="720217" cy="2979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F00C145-94F1-4323-A767-471FB637333A}"/>
              </a:ext>
            </a:extLst>
          </p:cNvPr>
          <p:cNvCxnSpPr>
            <a:stCxn id="13" idx="3"/>
            <a:endCxn id="21" idx="1"/>
          </p:cNvCxnSpPr>
          <p:nvPr/>
        </p:nvCxnSpPr>
        <p:spPr>
          <a:xfrm flipV="1">
            <a:off x="1628140" y="1015663"/>
            <a:ext cx="317501" cy="1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B3F8CAB-6714-42C2-820B-95758587889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80650" y="-474870"/>
            <a:ext cx="840235" cy="2677795"/>
          </a:xfrm>
          <a:prstGeom prst="bentConnector5">
            <a:avLst>
              <a:gd name="adj1" fmla="val -27207"/>
              <a:gd name="adj2" fmla="val 63078"/>
              <a:gd name="adj3" fmla="val 11209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C12AE1A-ED1F-4EFF-99AD-4D8C3DE8BECD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690592" y="1280686"/>
            <a:ext cx="0" cy="2337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98175B6-EDA7-40F1-B970-C416B49AA2B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124967" y="1271031"/>
            <a:ext cx="0" cy="243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2F9F302-6657-48CD-90C6-6883D1CC9EB0}"/>
              </a:ext>
            </a:extLst>
          </p:cNvPr>
          <p:cNvCxnSpPr>
            <a:stCxn id="28" idx="2"/>
          </p:cNvCxnSpPr>
          <p:nvPr/>
        </p:nvCxnSpPr>
        <p:spPr>
          <a:xfrm>
            <a:off x="3553689" y="1277883"/>
            <a:ext cx="0" cy="236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051A928-2C63-4F07-B663-5514CF2D2BB7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4939665" y="340484"/>
            <a:ext cx="558543" cy="358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EC4ED16-A898-464A-B3CB-3AE68433F0E3}"/>
              </a:ext>
            </a:extLst>
          </p:cNvPr>
          <p:cNvCxnSpPr>
            <a:stCxn id="35" idx="2"/>
            <a:endCxn id="34" idx="2"/>
          </p:cNvCxnSpPr>
          <p:nvPr/>
        </p:nvCxnSpPr>
        <p:spPr>
          <a:xfrm rot="5400000">
            <a:off x="4966965" y="958346"/>
            <a:ext cx="140587" cy="921900"/>
          </a:xfrm>
          <a:prstGeom prst="bentConnector3">
            <a:avLst>
              <a:gd name="adj1" fmla="val 23008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4DBF68A9-3EBE-4FB7-A202-FFF74B951D71}"/>
              </a:ext>
            </a:extLst>
          </p:cNvPr>
          <p:cNvSpPr txBox="1"/>
          <p:nvPr/>
        </p:nvSpPr>
        <p:spPr>
          <a:xfrm>
            <a:off x="4224807" y="1625696"/>
            <a:ext cx="1624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Latent </a:t>
            </a:r>
            <a:r>
              <a:rPr lang="en-US" altLang="zh-C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Reprensentation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2571569E-79E1-4578-A94F-34517C542EDD}"/>
              </a:ext>
            </a:extLst>
          </p:cNvPr>
          <p:cNvCxnSpPr>
            <a:stCxn id="33" idx="3"/>
            <a:endCxn id="39" idx="3"/>
          </p:cNvCxnSpPr>
          <p:nvPr/>
        </p:nvCxnSpPr>
        <p:spPr>
          <a:xfrm flipH="1">
            <a:off x="5455800" y="1022866"/>
            <a:ext cx="424300" cy="1205603"/>
          </a:xfrm>
          <a:prstGeom prst="bentConnector3">
            <a:avLst>
              <a:gd name="adj1" fmla="val -226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AA22C126-C04D-4B62-992A-10008B5D393B}"/>
              </a:ext>
            </a:extLst>
          </p:cNvPr>
          <p:cNvCxnSpPr>
            <a:stCxn id="18" idx="1"/>
            <a:endCxn id="15" idx="3"/>
          </p:cNvCxnSpPr>
          <p:nvPr/>
        </p:nvCxnSpPr>
        <p:spPr>
          <a:xfrm rot="10800000" flipV="1">
            <a:off x="1628140" y="1918031"/>
            <a:ext cx="611508" cy="3959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99C1FC02-0A6B-4BC8-93E2-5440210E317D}"/>
              </a:ext>
            </a:extLst>
          </p:cNvPr>
          <p:cNvCxnSpPr>
            <a:stCxn id="19" idx="1"/>
            <a:endCxn id="15" idx="3"/>
          </p:cNvCxnSpPr>
          <p:nvPr/>
        </p:nvCxnSpPr>
        <p:spPr>
          <a:xfrm rot="10800000">
            <a:off x="1628140" y="2313939"/>
            <a:ext cx="611508" cy="20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D095BF6E-CEA9-43B3-A6AF-83E369246C7C}"/>
              </a:ext>
            </a:extLst>
          </p:cNvPr>
          <p:cNvCxnSpPr>
            <a:cxnSpLocks/>
            <a:stCxn id="39" idx="1"/>
            <a:endCxn id="19" idx="3"/>
          </p:cNvCxnSpPr>
          <p:nvPr/>
        </p:nvCxnSpPr>
        <p:spPr>
          <a:xfrm rot="10800000" flipV="1">
            <a:off x="3735966" y="2228469"/>
            <a:ext cx="860285" cy="874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E8D5134D-4DED-4C53-8B25-077ED1E5D3D7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 flipH="1" flipV="1">
            <a:off x="3173309" y="32010"/>
            <a:ext cx="375492" cy="4776470"/>
          </a:xfrm>
          <a:prstGeom prst="bentConnector4">
            <a:avLst>
              <a:gd name="adj1" fmla="val -29426"/>
              <a:gd name="adj2" fmla="val 10002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4CCFECFF-2E04-4A85-8CDA-795D486D80E3}"/>
              </a:ext>
            </a:extLst>
          </p:cNvPr>
          <p:cNvSpPr txBox="1"/>
          <p:nvPr/>
        </p:nvSpPr>
        <p:spPr>
          <a:xfrm>
            <a:off x="2463767" y="2525219"/>
            <a:ext cx="1624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DD58939E-B420-4F82-8DDB-48B29DF65062}"/>
              </a:ext>
            </a:extLst>
          </p:cNvPr>
          <p:cNvSpPr txBox="1"/>
          <p:nvPr/>
        </p:nvSpPr>
        <p:spPr>
          <a:xfrm>
            <a:off x="7494402" y="398606"/>
            <a:ext cx="947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97FF4DC-84A3-4367-A775-AE8307438918}"/>
              </a:ext>
            </a:extLst>
          </p:cNvPr>
          <p:cNvSpPr txBox="1"/>
          <p:nvPr/>
        </p:nvSpPr>
        <p:spPr>
          <a:xfrm>
            <a:off x="9603740" y="398607"/>
            <a:ext cx="947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C37C0A2C-B09B-47E6-9036-2627040594CF}"/>
              </a:ext>
            </a:extLst>
          </p:cNvPr>
          <p:cNvSpPr/>
          <p:nvPr/>
        </p:nvSpPr>
        <p:spPr>
          <a:xfrm>
            <a:off x="7253980" y="1171531"/>
            <a:ext cx="1428030" cy="588105"/>
          </a:xfrm>
          <a:prstGeom prst="roundRect">
            <a:avLst>
              <a:gd name="adj" fmla="val 29056"/>
            </a:avLst>
          </a:prstGeom>
          <a:solidFill>
            <a:srgbClr val="E9F8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Multi-Source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6AFCE1DA-6280-48A1-A5CF-552F96CA3F1E}"/>
              </a:ext>
            </a:extLst>
          </p:cNvPr>
          <p:cNvSpPr/>
          <p:nvPr/>
        </p:nvSpPr>
        <p:spPr>
          <a:xfrm>
            <a:off x="7253980" y="1943430"/>
            <a:ext cx="1428030" cy="461894"/>
          </a:xfrm>
          <a:prstGeom prst="roundRect">
            <a:avLst>
              <a:gd name="adj" fmla="val 29056"/>
            </a:avLst>
          </a:prstGeom>
          <a:solidFill>
            <a:srgbClr val="FFF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5C54429E-BEE0-4FA3-BD48-089D7E19DFBB}"/>
              </a:ext>
            </a:extLst>
          </p:cNvPr>
          <p:cNvSpPr/>
          <p:nvPr/>
        </p:nvSpPr>
        <p:spPr>
          <a:xfrm>
            <a:off x="7253980" y="2606939"/>
            <a:ext cx="1429009" cy="461894"/>
          </a:xfrm>
          <a:prstGeom prst="roundRect">
            <a:avLst>
              <a:gd name="adj" fmla="val 29056"/>
            </a:avLst>
          </a:prstGeom>
          <a:solidFill>
            <a:srgbClr val="EBEB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Loss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F559DA7C-CD63-4596-B5BB-A79698163062}"/>
              </a:ext>
            </a:extLst>
          </p:cNvPr>
          <p:cNvCxnSpPr>
            <a:stCxn id="99" idx="2"/>
            <a:endCxn id="101" idx="0"/>
          </p:cNvCxnSpPr>
          <p:nvPr/>
        </p:nvCxnSpPr>
        <p:spPr>
          <a:xfrm>
            <a:off x="7967995" y="675605"/>
            <a:ext cx="0" cy="495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5F3D566C-CB1D-41C8-8CED-58CBA0F0B49E}"/>
              </a:ext>
            </a:extLst>
          </p:cNvPr>
          <p:cNvCxnSpPr>
            <a:stCxn id="101" idx="2"/>
            <a:endCxn id="102" idx="0"/>
          </p:cNvCxnSpPr>
          <p:nvPr/>
        </p:nvCxnSpPr>
        <p:spPr>
          <a:xfrm>
            <a:off x="7967995" y="1759636"/>
            <a:ext cx="0" cy="183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C8AAD48E-680B-4EA1-AD02-3963C6746F66}"/>
              </a:ext>
            </a:extLst>
          </p:cNvPr>
          <p:cNvCxnSpPr>
            <a:stCxn id="102" idx="2"/>
            <a:endCxn id="103" idx="0"/>
          </p:cNvCxnSpPr>
          <p:nvPr/>
        </p:nvCxnSpPr>
        <p:spPr>
          <a:xfrm>
            <a:off x="7967995" y="2405324"/>
            <a:ext cx="490" cy="201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78CCB77-4502-4B49-AA8C-2464FCA3B843}"/>
              </a:ext>
            </a:extLst>
          </p:cNvPr>
          <p:cNvSpPr txBox="1"/>
          <p:nvPr/>
        </p:nvSpPr>
        <p:spPr>
          <a:xfrm>
            <a:off x="7387655" y="656579"/>
            <a:ext cx="1130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(Batch,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x_list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019AF79C-3DF2-441F-8B06-D406671790D3}"/>
              </a:ext>
            </a:extLst>
          </p:cNvPr>
          <p:cNvSpPr/>
          <p:nvPr/>
        </p:nvSpPr>
        <p:spPr>
          <a:xfrm>
            <a:off x="9327756" y="789949"/>
            <a:ext cx="1501533" cy="178743"/>
          </a:xfrm>
          <a:prstGeom prst="roundRect">
            <a:avLst>
              <a:gd name="adj" fmla="val 50000"/>
            </a:avLst>
          </a:prstGeom>
          <a:solidFill>
            <a:srgbClr val="E9F8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1AC91E4C-14C7-45F9-BF8C-2B0A3DE40A99}"/>
              </a:ext>
            </a:extLst>
          </p:cNvPr>
          <p:cNvSpPr/>
          <p:nvPr/>
        </p:nvSpPr>
        <p:spPr>
          <a:xfrm>
            <a:off x="9213432" y="1113084"/>
            <a:ext cx="1732696" cy="886743"/>
          </a:xfrm>
          <a:prstGeom prst="roundRect">
            <a:avLst>
              <a:gd name="adj" fmla="val 14447"/>
            </a:avLst>
          </a:prstGeom>
          <a:solidFill>
            <a:srgbClr val="FFF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Wasserstein Distance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d_fake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altLang="zh-C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d_real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1CA07762-1C4C-4667-AB46-9BFB5EA2894E}"/>
              </a:ext>
            </a:extLst>
          </p:cNvPr>
          <p:cNvSpPr/>
          <p:nvPr/>
        </p:nvSpPr>
        <p:spPr>
          <a:xfrm>
            <a:off x="9329316" y="2110269"/>
            <a:ext cx="1502513" cy="215940"/>
          </a:xfrm>
          <a:prstGeom prst="roundRect">
            <a:avLst>
              <a:gd name="adj" fmla="val 29056"/>
            </a:avLst>
          </a:prstGeom>
          <a:solidFill>
            <a:srgbClr val="EBEB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 Loss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A01F6225-1897-44E3-9AD8-BE8893B4F339}"/>
              </a:ext>
            </a:extLst>
          </p:cNvPr>
          <p:cNvSpPr/>
          <p:nvPr/>
        </p:nvSpPr>
        <p:spPr>
          <a:xfrm>
            <a:off x="9329315" y="2430546"/>
            <a:ext cx="1502513" cy="178743"/>
          </a:xfrm>
          <a:prstGeom prst="roundRect">
            <a:avLst>
              <a:gd name="adj" fmla="val 50000"/>
            </a:avLst>
          </a:prstGeom>
          <a:solidFill>
            <a:srgbClr val="E9F8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5D5CD1B8-8E51-4D06-B620-9AB6EE511D25}"/>
              </a:ext>
            </a:extLst>
          </p:cNvPr>
          <p:cNvSpPr/>
          <p:nvPr/>
        </p:nvSpPr>
        <p:spPr>
          <a:xfrm>
            <a:off x="9329316" y="2730951"/>
            <a:ext cx="1502512" cy="215940"/>
          </a:xfrm>
          <a:prstGeom prst="roundRect">
            <a:avLst>
              <a:gd name="adj" fmla="val 29056"/>
            </a:avLst>
          </a:prstGeom>
          <a:solidFill>
            <a:srgbClr val="EBEB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Loss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74E9B971-6CFE-4FDC-8F86-36CCAFC5E32B}"/>
              </a:ext>
            </a:extLst>
          </p:cNvPr>
          <p:cNvCxnSpPr>
            <a:stCxn id="103" idx="3"/>
            <a:endCxn id="116" idx="1"/>
          </p:cNvCxnSpPr>
          <p:nvPr/>
        </p:nvCxnSpPr>
        <p:spPr>
          <a:xfrm>
            <a:off x="8682989" y="2837886"/>
            <a:ext cx="646327" cy="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4865EDB6-5986-4A2A-B605-A8047D52967D}"/>
              </a:ext>
            </a:extLst>
          </p:cNvPr>
          <p:cNvCxnSpPr>
            <a:stCxn id="100" idx="2"/>
            <a:endCxn id="111" idx="0"/>
          </p:cNvCxnSpPr>
          <p:nvPr/>
        </p:nvCxnSpPr>
        <p:spPr>
          <a:xfrm>
            <a:off x="10077333" y="675606"/>
            <a:ext cx="1190" cy="114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FAEB5FDB-9683-4B68-82C9-F4F61A96CA9F}"/>
              </a:ext>
            </a:extLst>
          </p:cNvPr>
          <p:cNvCxnSpPr>
            <a:stCxn id="111" idx="2"/>
            <a:endCxn id="112" idx="0"/>
          </p:cNvCxnSpPr>
          <p:nvPr/>
        </p:nvCxnSpPr>
        <p:spPr>
          <a:xfrm>
            <a:off x="10078523" y="968692"/>
            <a:ext cx="1257" cy="144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61D807BF-2BCB-4E3C-9AC8-4F882DFD1FAC}"/>
              </a:ext>
            </a:extLst>
          </p:cNvPr>
          <p:cNvCxnSpPr>
            <a:stCxn id="112" idx="2"/>
            <a:endCxn id="113" idx="0"/>
          </p:cNvCxnSpPr>
          <p:nvPr/>
        </p:nvCxnSpPr>
        <p:spPr>
          <a:xfrm>
            <a:off x="10079780" y="1999827"/>
            <a:ext cx="793" cy="110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988DF69-A35F-454E-8D52-A4B0E8BE040D}"/>
              </a:ext>
            </a:extLst>
          </p:cNvPr>
          <p:cNvCxnSpPr>
            <a:stCxn id="113" idx="2"/>
            <a:endCxn id="115" idx="0"/>
          </p:cNvCxnSpPr>
          <p:nvPr/>
        </p:nvCxnSpPr>
        <p:spPr>
          <a:xfrm flipH="1">
            <a:off x="10080572" y="2326209"/>
            <a:ext cx="1" cy="104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364A560C-A0E9-432E-AD14-A4FE34F9CA9A}"/>
              </a:ext>
            </a:extLst>
          </p:cNvPr>
          <p:cNvCxnSpPr>
            <a:stCxn id="115" idx="2"/>
            <a:endCxn id="116" idx="0"/>
          </p:cNvCxnSpPr>
          <p:nvPr/>
        </p:nvCxnSpPr>
        <p:spPr>
          <a:xfrm>
            <a:off x="10080572" y="2609289"/>
            <a:ext cx="0" cy="121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5C307572-CD7B-4D0C-9127-00FA6F9F12B2}"/>
              </a:ext>
            </a:extLst>
          </p:cNvPr>
          <p:cNvCxnSpPr>
            <a:stCxn id="111" idx="1"/>
            <a:endCxn id="115" idx="1"/>
          </p:cNvCxnSpPr>
          <p:nvPr/>
        </p:nvCxnSpPr>
        <p:spPr>
          <a:xfrm rot="10800000" flipH="1" flipV="1">
            <a:off x="9327755" y="879320"/>
            <a:ext cx="1559" cy="1640597"/>
          </a:xfrm>
          <a:prstGeom prst="bentConnector3">
            <a:avLst>
              <a:gd name="adj1" fmla="val -1466324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67651693-E9BF-4ABA-8E1F-07B806A081C3}"/>
              </a:ext>
            </a:extLst>
          </p:cNvPr>
          <p:cNvCxnSpPr>
            <a:stCxn id="115" idx="3"/>
            <a:endCxn id="111" idx="3"/>
          </p:cNvCxnSpPr>
          <p:nvPr/>
        </p:nvCxnSpPr>
        <p:spPr>
          <a:xfrm flipH="1" flipV="1">
            <a:off x="10829289" y="879321"/>
            <a:ext cx="2539" cy="1640597"/>
          </a:xfrm>
          <a:prstGeom prst="bentConnector3">
            <a:avLst>
              <a:gd name="adj1" fmla="val -900354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C114D0C-5689-43E9-8EDD-54E316DF3FF6}"/>
              </a:ext>
            </a:extLst>
          </p:cNvPr>
          <p:cNvCxnSpPr>
            <a:stCxn id="116" idx="3"/>
            <a:endCxn id="111" idx="3"/>
          </p:cNvCxnSpPr>
          <p:nvPr/>
        </p:nvCxnSpPr>
        <p:spPr>
          <a:xfrm flipH="1" flipV="1">
            <a:off x="10829289" y="879321"/>
            <a:ext cx="2539" cy="1959600"/>
          </a:xfrm>
          <a:prstGeom prst="bentConnector3">
            <a:avLst>
              <a:gd name="adj1" fmla="val -900354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31A40D16-A066-4E0B-98B1-70B52A20455A}"/>
              </a:ext>
            </a:extLst>
          </p:cNvPr>
          <p:cNvSpPr txBox="1"/>
          <p:nvPr/>
        </p:nvSpPr>
        <p:spPr>
          <a:xfrm rot="5400000">
            <a:off x="10327445" y="1651914"/>
            <a:ext cx="1624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A2B557A-F39A-4F10-A6B9-7588B9146DF0}"/>
              </a:ext>
            </a:extLst>
          </p:cNvPr>
          <p:cNvSpPr/>
          <p:nvPr/>
        </p:nvSpPr>
        <p:spPr>
          <a:xfrm>
            <a:off x="451410" y="3511371"/>
            <a:ext cx="5297880" cy="1895041"/>
          </a:xfrm>
          <a:prstGeom prst="roundRect">
            <a:avLst>
              <a:gd name="adj" fmla="val 11398"/>
            </a:avLst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C61F8F17-8881-4ED3-85B7-D7BE2E066DEC}"/>
              </a:ext>
            </a:extLst>
          </p:cNvPr>
          <p:cNvSpPr/>
          <p:nvPr/>
        </p:nvSpPr>
        <p:spPr>
          <a:xfrm>
            <a:off x="888361" y="3619454"/>
            <a:ext cx="2262574" cy="724865"/>
          </a:xfrm>
          <a:prstGeom prst="ellipse">
            <a:avLst/>
          </a:prstGeom>
          <a:solidFill>
            <a:srgbClr val="FFEDE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Generators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773ABF25-B987-4B17-87A6-8D0B8F29CA67}"/>
              </a:ext>
            </a:extLst>
          </p:cNvPr>
          <p:cNvSpPr/>
          <p:nvPr/>
        </p:nvSpPr>
        <p:spPr>
          <a:xfrm>
            <a:off x="888361" y="4573234"/>
            <a:ext cx="2262574" cy="724865"/>
          </a:xfrm>
          <a:prstGeom prst="ellipse">
            <a:avLst/>
          </a:prstGeom>
          <a:solidFill>
            <a:srgbClr val="FFEDE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Discriminators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5BEA431E-2359-46EE-B516-E4330B5337D2}"/>
              </a:ext>
            </a:extLst>
          </p:cNvPr>
          <p:cNvCxnSpPr>
            <a:stCxn id="140" idx="2"/>
            <a:endCxn id="141" idx="2"/>
          </p:cNvCxnSpPr>
          <p:nvPr/>
        </p:nvCxnSpPr>
        <p:spPr>
          <a:xfrm rot="10800000" flipV="1">
            <a:off x="888361" y="3981887"/>
            <a:ext cx="12700" cy="95378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ABBE0E22-EBC8-45AB-B60B-EE81F7E1CA57}"/>
              </a:ext>
            </a:extLst>
          </p:cNvPr>
          <p:cNvCxnSpPr>
            <a:stCxn id="141" idx="6"/>
            <a:endCxn id="140" idx="6"/>
          </p:cNvCxnSpPr>
          <p:nvPr/>
        </p:nvCxnSpPr>
        <p:spPr>
          <a:xfrm flipV="1">
            <a:off x="3150935" y="3981887"/>
            <a:ext cx="12700" cy="95378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B736968-645E-40FA-9744-132F2605E8F5}"/>
              </a:ext>
            </a:extLst>
          </p:cNvPr>
          <p:cNvSpPr txBox="1"/>
          <p:nvPr/>
        </p:nvSpPr>
        <p:spPr>
          <a:xfrm>
            <a:off x="3587886" y="3876823"/>
            <a:ext cx="19398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-Adversarial Training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-Knowledge Distillation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-Cross Finetuning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7EDCE46C-FAA6-45A6-B8DF-143FB393F7E7}"/>
              </a:ext>
            </a:extLst>
          </p:cNvPr>
          <p:cNvSpPr/>
          <p:nvPr/>
        </p:nvSpPr>
        <p:spPr>
          <a:xfrm>
            <a:off x="451410" y="5811788"/>
            <a:ext cx="5297880" cy="882189"/>
          </a:xfrm>
          <a:prstGeom prst="roundRect">
            <a:avLst>
              <a:gd name="adj" fmla="val 11398"/>
            </a:avLst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&amp; Frozen the Best MAA Generator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3052F492-0DF1-4A15-AA44-9133EEA972B3}"/>
              </a:ext>
            </a:extLst>
          </p:cNvPr>
          <p:cNvCxnSpPr>
            <a:stCxn id="139" idx="2"/>
            <a:endCxn id="147" idx="0"/>
          </p:cNvCxnSpPr>
          <p:nvPr/>
        </p:nvCxnSpPr>
        <p:spPr>
          <a:xfrm>
            <a:off x="3100350" y="5406412"/>
            <a:ext cx="0" cy="405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1614C66A-7755-40E0-8A93-EFD35BB73FF5}"/>
              </a:ext>
            </a:extLst>
          </p:cNvPr>
          <p:cNvSpPr/>
          <p:nvPr/>
        </p:nvSpPr>
        <p:spPr>
          <a:xfrm>
            <a:off x="6332588" y="3639189"/>
            <a:ext cx="761148" cy="461894"/>
          </a:xfrm>
          <a:prstGeom prst="roundRect">
            <a:avLst>
              <a:gd name="adj" fmla="val 2905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7F3F63CA-DC36-43BE-AD12-360B7A6BB19A}"/>
              </a:ext>
            </a:extLst>
          </p:cNvPr>
          <p:cNvSpPr/>
          <p:nvPr/>
        </p:nvSpPr>
        <p:spPr>
          <a:xfrm>
            <a:off x="7641183" y="3582770"/>
            <a:ext cx="2166236" cy="588105"/>
          </a:xfrm>
          <a:prstGeom prst="roundRect">
            <a:avLst>
              <a:gd name="adj" fmla="val 13508"/>
            </a:avLst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MAA Generator (Teacher)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Frozen Weights η 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2764846B-342E-4000-BD8D-50AFDF67E4BE}"/>
              </a:ext>
            </a:extLst>
          </p:cNvPr>
          <p:cNvSpPr/>
          <p:nvPr/>
        </p:nvSpPr>
        <p:spPr>
          <a:xfrm>
            <a:off x="10043160" y="3645876"/>
            <a:ext cx="2108407" cy="461894"/>
          </a:xfrm>
          <a:prstGeom prst="roundRect">
            <a:avLst>
              <a:gd name="adj" fmla="val 29056"/>
            </a:avLst>
          </a:prstGeom>
          <a:solidFill>
            <a:srgbClr val="FFF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 Knowledge Target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5AFD312D-00DD-47A5-9AE6-54CBABD7C0DD}"/>
              </a:ext>
            </a:extLst>
          </p:cNvPr>
          <p:cNvSpPr/>
          <p:nvPr/>
        </p:nvSpPr>
        <p:spPr>
          <a:xfrm>
            <a:off x="6054155" y="4644483"/>
            <a:ext cx="1350534" cy="461894"/>
          </a:xfrm>
          <a:prstGeom prst="roundRect">
            <a:avLst>
              <a:gd name="adj" fmla="val 17508"/>
            </a:avLst>
          </a:prstGeom>
          <a:solidFill>
            <a:srgbClr val="FFF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 feature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lang="zh-CN" altLang="en-US" sz="12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B42E41DD-E001-491A-8CA0-1E749D491680}"/>
              </a:ext>
            </a:extLst>
          </p:cNvPr>
          <p:cNvSpPr/>
          <p:nvPr/>
        </p:nvSpPr>
        <p:spPr>
          <a:xfrm>
            <a:off x="6046470" y="5595120"/>
            <a:ext cx="1350534" cy="969317"/>
          </a:xfrm>
          <a:prstGeom prst="roundRect">
            <a:avLst>
              <a:gd name="adj" fmla="val 11584"/>
            </a:avLst>
          </a:prstGeom>
          <a:solidFill>
            <a:srgbClr val="EBEB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Aligned Features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 Knowledge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3379A602-6693-4543-8649-897149693552}"/>
              </a:ext>
            </a:extLst>
          </p:cNvPr>
          <p:cNvSpPr txBox="1"/>
          <p:nvPr/>
        </p:nvSpPr>
        <p:spPr>
          <a:xfrm>
            <a:off x="5940571" y="4401574"/>
            <a:ext cx="1545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Last Timestep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95583D48-EF66-4531-A449-7B8A12893315}"/>
              </a:ext>
            </a:extLst>
          </p:cNvPr>
          <p:cNvSpPr txBox="1"/>
          <p:nvPr/>
        </p:nvSpPr>
        <p:spPr>
          <a:xfrm>
            <a:off x="5949220" y="5063117"/>
            <a:ext cx="1545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Feature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DD4FCCE9-C948-437D-A790-70E7FF44A09D}"/>
              </a:ext>
            </a:extLst>
          </p:cNvPr>
          <p:cNvCxnSpPr>
            <a:cxnSpLocks/>
            <a:stCxn id="151" idx="2"/>
            <a:endCxn id="156" idx="0"/>
          </p:cNvCxnSpPr>
          <p:nvPr/>
        </p:nvCxnSpPr>
        <p:spPr>
          <a:xfrm>
            <a:off x="6713162" y="4101083"/>
            <a:ext cx="0" cy="30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E7A5D3D1-35CD-4FE1-82EB-3A931B6614AD}"/>
              </a:ext>
            </a:extLst>
          </p:cNvPr>
          <p:cNvCxnSpPr>
            <a:cxnSpLocks/>
            <a:stCxn id="157" idx="2"/>
            <a:endCxn id="155" idx="0"/>
          </p:cNvCxnSpPr>
          <p:nvPr/>
        </p:nvCxnSpPr>
        <p:spPr>
          <a:xfrm flipH="1">
            <a:off x="6721737" y="5340116"/>
            <a:ext cx="74" cy="255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BF9BC228-D422-43BB-96A7-A0C7C6DCAC18}"/>
              </a:ext>
            </a:extLst>
          </p:cNvPr>
          <p:cNvSpPr/>
          <p:nvPr/>
        </p:nvSpPr>
        <p:spPr>
          <a:xfrm>
            <a:off x="7967994" y="4523819"/>
            <a:ext cx="1618201" cy="700117"/>
          </a:xfrm>
          <a:prstGeom prst="roundRect">
            <a:avLst>
              <a:gd name="adj" fmla="val 15995"/>
            </a:avLst>
          </a:prstGeom>
          <a:solidFill>
            <a:srgbClr val="FFF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Multi-Encoder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Latent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E49FD468-0425-4B21-8515-58EC78331B30}"/>
              </a:ext>
            </a:extLst>
          </p:cNvPr>
          <p:cNvCxnSpPr>
            <a:stCxn id="154" idx="3"/>
            <a:endCxn id="163" idx="1"/>
          </p:cNvCxnSpPr>
          <p:nvPr/>
        </p:nvCxnSpPr>
        <p:spPr>
          <a:xfrm flipV="1">
            <a:off x="7404689" y="4873878"/>
            <a:ext cx="563305" cy="1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3C9080B6-C6FE-4701-9E3D-F1E96D65F54C}"/>
              </a:ext>
            </a:extLst>
          </p:cNvPr>
          <p:cNvSpPr txBox="1"/>
          <p:nvPr/>
        </p:nvSpPr>
        <p:spPr>
          <a:xfrm>
            <a:off x="7902352" y="4273484"/>
            <a:ext cx="1749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&amp; Processing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45226E2F-2E48-46E1-A4B9-6C59BFDFBF66}"/>
              </a:ext>
            </a:extLst>
          </p:cNvPr>
          <p:cNvSpPr/>
          <p:nvPr/>
        </p:nvSpPr>
        <p:spPr>
          <a:xfrm>
            <a:off x="7952753" y="5731260"/>
            <a:ext cx="1618201" cy="700117"/>
          </a:xfrm>
          <a:prstGeom prst="roundRect">
            <a:avLst>
              <a:gd name="adj" fmla="val 15995"/>
            </a:avLst>
          </a:prstGeom>
          <a:solidFill>
            <a:srgbClr val="FFF5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(Weighted Sum)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BEBBD268-BA95-4979-B74B-ED5CB482E4C1}"/>
              </a:ext>
            </a:extLst>
          </p:cNvPr>
          <p:cNvCxnSpPr>
            <a:stCxn id="167" idx="2"/>
            <a:endCxn id="155" idx="2"/>
          </p:cNvCxnSpPr>
          <p:nvPr/>
        </p:nvCxnSpPr>
        <p:spPr>
          <a:xfrm rot="5400000">
            <a:off x="7675266" y="5477849"/>
            <a:ext cx="133060" cy="2040117"/>
          </a:xfrm>
          <a:prstGeom prst="bentConnector3">
            <a:avLst>
              <a:gd name="adj1" fmla="val 27180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554BDE23-EFE7-471A-B4B4-4179D98067BB}"/>
              </a:ext>
            </a:extLst>
          </p:cNvPr>
          <p:cNvSpPr txBox="1"/>
          <p:nvPr/>
        </p:nvSpPr>
        <p:spPr>
          <a:xfrm>
            <a:off x="6959825" y="6520014"/>
            <a:ext cx="1624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13BFA518-8568-46B3-905A-E513BBEAD5CF}"/>
              </a:ext>
            </a:extLst>
          </p:cNvPr>
          <p:cNvSpPr txBox="1"/>
          <p:nvPr/>
        </p:nvSpPr>
        <p:spPr>
          <a:xfrm>
            <a:off x="7897436" y="5464900"/>
            <a:ext cx="1749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&amp; Optimization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9C986B0C-ACC8-43D8-9C51-282B1E0C614A}"/>
              </a:ext>
            </a:extLst>
          </p:cNvPr>
          <p:cNvSpPr/>
          <p:nvPr/>
        </p:nvSpPr>
        <p:spPr>
          <a:xfrm>
            <a:off x="10103801" y="4581418"/>
            <a:ext cx="1987123" cy="588105"/>
          </a:xfrm>
          <a:prstGeom prst="roundRect">
            <a:avLst>
              <a:gd name="adj" fmla="val 13508"/>
            </a:avLst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 Task Head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Predictions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1203347E-4D08-400A-AAA4-657D1488FD24}"/>
              </a:ext>
            </a:extLst>
          </p:cNvPr>
          <p:cNvCxnSpPr>
            <a:stCxn id="155" idx="3"/>
            <a:endCxn id="167" idx="1"/>
          </p:cNvCxnSpPr>
          <p:nvPr/>
        </p:nvCxnSpPr>
        <p:spPr>
          <a:xfrm>
            <a:off x="7397004" y="6079779"/>
            <a:ext cx="555749" cy="1540"/>
          </a:xfrm>
          <a:prstGeom prst="straightConnector1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文本框 176">
            <a:extLst>
              <a:ext uri="{FF2B5EF4-FFF2-40B4-BE49-F238E27FC236}">
                <a16:creationId xmlns:a16="http://schemas.microsoft.com/office/drawing/2014/main" id="{4771974A-22C9-47A7-8972-22C0FB2A9818}"/>
              </a:ext>
            </a:extLst>
          </p:cNvPr>
          <p:cNvSpPr txBox="1"/>
          <p:nvPr/>
        </p:nvSpPr>
        <p:spPr>
          <a:xfrm>
            <a:off x="7427622" y="5816702"/>
            <a:ext cx="439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914C267A-04E4-4EB9-81C3-0F36766C1166}"/>
              </a:ext>
            </a:extLst>
          </p:cNvPr>
          <p:cNvSpPr/>
          <p:nvPr/>
        </p:nvSpPr>
        <p:spPr>
          <a:xfrm>
            <a:off x="10152569" y="5788218"/>
            <a:ext cx="1987123" cy="588105"/>
          </a:xfrm>
          <a:prstGeom prst="roundRect">
            <a:avLst>
              <a:gd name="adj" fmla="val 13508"/>
            </a:avLst>
          </a:prstGeom>
          <a:solidFill>
            <a:srgbClr val="ECE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Task Prediction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A753B1DC-5CAB-4A7A-9090-044421948386}"/>
              </a:ext>
            </a:extLst>
          </p:cNvPr>
          <p:cNvCxnSpPr>
            <a:stCxn id="167" idx="3"/>
            <a:endCxn id="178" idx="1"/>
          </p:cNvCxnSpPr>
          <p:nvPr/>
        </p:nvCxnSpPr>
        <p:spPr>
          <a:xfrm>
            <a:off x="9570954" y="6081319"/>
            <a:ext cx="581615" cy="952"/>
          </a:xfrm>
          <a:prstGeom prst="straightConnector1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4085748C-0387-4D47-B8D6-318ED3009C1A}"/>
              </a:ext>
            </a:extLst>
          </p:cNvPr>
          <p:cNvCxnSpPr>
            <a:stCxn id="151" idx="3"/>
            <a:endCxn id="152" idx="1"/>
          </p:cNvCxnSpPr>
          <p:nvPr/>
        </p:nvCxnSpPr>
        <p:spPr>
          <a:xfrm>
            <a:off x="7093736" y="3870136"/>
            <a:ext cx="547447" cy="6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E04A5928-F7E3-4AF7-A1CD-064CC59A28C7}"/>
              </a:ext>
            </a:extLst>
          </p:cNvPr>
          <p:cNvCxnSpPr>
            <a:stCxn id="152" idx="3"/>
            <a:endCxn id="153" idx="1"/>
          </p:cNvCxnSpPr>
          <p:nvPr/>
        </p:nvCxnSpPr>
        <p:spPr>
          <a:xfrm>
            <a:off x="9807419" y="3876823"/>
            <a:ext cx="235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BBF82483-482C-4914-8663-A07DD08A6441}"/>
              </a:ext>
            </a:extLst>
          </p:cNvPr>
          <p:cNvCxnSpPr>
            <a:stCxn id="163" idx="3"/>
            <a:endCxn id="174" idx="1"/>
          </p:cNvCxnSpPr>
          <p:nvPr/>
        </p:nvCxnSpPr>
        <p:spPr>
          <a:xfrm>
            <a:off x="9586195" y="4873878"/>
            <a:ext cx="517606" cy="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4B9648C1-9000-4C04-AC7F-C51952F7D925}"/>
              </a:ext>
            </a:extLst>
          </p:cNvPr>
          <p:cNvCxnSpPr>
            <a:cxnSpLocks/>
            <a:stCxn id="163" idx="3"/>
            <a:endCxn id="178" idx="1"/>
          </p:cNvCxnSpPr>
          <p:nvPr/>
        </p:nvCxnSpPr>
        <p:spPr>
          <a:xfrm>
            <a:off x="9586195" y="4873878"/>
            <a:ext cx="566374" cy="1208393"/>
          </a:xfrm>
          <a:prstGeom prst="bentConnector3">
            <a:avLst>
              <a:gd name="adj1" fmla="val 424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08D87EF1-C2C1-46D5-AAA5-307016482F12}"/>
              </a:ext>
            </a:extLst>
          </p:cNvPr>
          <p:cNvSpPr txBox="1"/>
          <p:nvPr/>
        </p:nvSpPr>
        <p:spPr>
          <a:xfrm>
            <a:off x="10327444" y="5144357"/>
            <a:ext cx="1624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Last Timestep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88706765-024D-4490-A245-3EFCEF81DD22}"/>
              </a:ext>
            </a:extLst>
          </p:cNvPr>
          <p:cNvCxnSpPr>
            <a:stCxn id="192" idx="2"/>
            <a:endCxn id="178" idx="0"/>
          </p:cNvCxnSpPr>
          <p:nvPr/>
        </p:nvCxnSpPr>
        <p:spPr>
          <a:xfrm>
            <a:off x="11139895" y="5421356"/>
            <a:ext cx="6236" cy="366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71864EC7-F907-462B-98BA-42BD78C0912D}"/>
              </a:ext>
            </a:extLst>
          </p:cNvPr>
          <p:cNvCxnSpPr>
            <a:stCxn id="151" idx="2"/>
            <a:endCxn id="174" idx="0"/>
          </p:cNvCxnSpPr>
          <p:nvPr/>
        </p:nvCxnSpPr>
        <p:spPr>
          <a:xfrm rot="16200000" flipH="1">
            <a:off x="8665095" y="2149149"/>
            <a:ext cx="480335" cy="4384201"/>
          </a:xfrm>
          <a:prstGeom prst="bentConnector3">
            <a:avLst>
              <a:gd name="adj1" fmla="val 2937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7637BA3D-1911-407A-ABF8-739478462E05}"/>
              </a:ext>
            </a:extLst>
          </p:cNvPr>
          <p:cNvCxnSpPr>
            <a:cxnSpLocks/>
            <a:stCxn id="152" idx="2"/>
          </p:cNvCxnSpPr>
          <p:nvPr/>
        </p:nvCxnSpPr>
        <p:spPr>
          <a:xfrm>
            <a:off x="8724301" y="4170875"/>
            <a:ext cx="0" cy="65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文本框 207">
            <a:extLst>
              <a:ext uri="{FF2B5EF4-FFF2-40B4-BE49-F238E27FC236}">
                <a16:creationId xmlns:a16="http://schemas.microsoft.com/office/drawing/2014/main" id="{442BD611-846F-4E3E-B8AF-0CBE16F83E3A}"/>
              </a:ext>
            </a:extLst>
          </p:cNvPr>
          <p:cNvSpPr txBox="1"/>
          <p:nvPr/>
        </p:nvSpPr>
        <p:spPr>
          <a:xfrm>
            <a:off x="10384553" y="5421356"/>
            <a:ext cx="273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5D0D66D8-7356-4541-9FB9-FA0BAC0B9F71}"/>
              </a:ext>
            </a:extLst>
          </p:cNvPr>
          <p:cNvCxnSpPr>
            <a:cxnSpLocks/>
          </p:cNvCxnSpPr>
          <p:nvPr/>
        </p:nvCxnSpPr>
        <p:spPr>
          <a:xfrm flipH="1">
            <a:off x="9829800" y="5557068"/>
            <a:ext cx="5547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F5A81B9C-281F-4AAE-9A2F-369FE3440421}"/>
              </a:ext>
            </a:extLst>
          </p:cNvPr>
          <p:cNvCxnSpPr>
            <a:cxnSpLocks/>
            <a:stCxn id="208" idx="3"/>
          </p:cNvCxnSpPr>
          <p:nvPr/>
        </p:nvCxnSpPr>
        <p:spPr>
          <a:xfrm flipV="1">
            <a:off x="10658290" y="5557068"/>
            <a:ext cx="481604" cy="27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1" name="文本框 220">
            <a:extLst>
              <a:ext uri="{FF2B5EF4-FFF2-40B4-BE49-F238E27FC236}">
                <a16:creationId xmlns:a16="http://schemas.microsoft.com/office/drawing/2014/main" id="{5DF17EA4-6A3E-4282-89B7-6EC9BD6815CE}"/>
              </a:ext>
            </a:extLst>
          </p:cNvPr>
          <p:cNvSpPr txBox="1"/>
          <p:nvPr/>
        </p:nvSpPr>
        <p:spPr>
          <a:xfrm>
            <a:off x="6639781" y="5315140"/>
            <a:ext cx="8967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Loss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322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304</Words>
  <Application>Microsoft Office PowerPoint</Application>
  <PresentationFormat>宽屏</PresentationFormat>
  <Paragraphs>109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 Yi</dc:creator>
  <cp:lastModifiedBy>Xiao Yi</cp:lastModifiedBy>
  <cp:revision>278</cp:revision>
  <cp:lastPrinted>2025-11-10T02:25:01Z</cp:lastPrinted>
  <dcterms:created xsi:type="dcterms:W3CDTF">2025-11-07T06:34:34Z</dcterms:created>
  <dcterms:modified xsi:type="dcterms:W3CDTF">2025-11-10T02:25:07Z</dcterms:modified>
</cp:coreProperties>
</file>